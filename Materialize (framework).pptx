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ndresena misaina" userId="4469e9f1526a7283" providerId="LiveId" clId="{6D973C92-342B-4716-B7A3-352B80A52777}"/>
    <pc:docChg chg="undo custSel addSld delSld modSld">
      <pc:chgData name="fandresena misaina" userId="4469e9f1526a7283" providerId="LiveId" clId="{6D973C92-342B-4716-B7A3-352B80A52777}" dt="2025-11-26T07:39:41.537" v="1435" actId="20577"/>
      <pc:docMkLst>
        <pc:docMk/>
      </pc:docMkLst>
      <pc:sldChg chg="modSp mod modTransition">
        <pc:chgData name="fandresena misaina" userId="4469e9f1526a7283" providerId="LiveId" clId="{6D973C92-342B-4716-B7A3-352B80A52777}" dt="2025-11-26T06:32:03.239" v="453"/>
        <pc:sldMkLst>
          <pc:docMk/>
          <pc:sldMk cId="3205481205" sldId="256"/>
        </pc:sldMkLst>
        <pc:spChg chg="mod">
          <ac:chgData name="fandresena misaina" userId="4469e9f1526a7283" providerId="LiveId" clId="{6D973C92-342B-4716-B7A3-352B80A52777}" dt="2025-11-24T18:49:16.091" v="5" actId="120"/>
          <ac:spMkLst>
            <pc:docMk/>
            <pc:sldMk cId="3205481205" sldId="256"/>
            <ac:spMk id="3" creationId="{351E165F-7CDC-6692-955A-ADF7D3B5D76E}"/>
          </ac:spMkLst>
        </pc:spChg>
      </pc:sldChg>
      <pc:sldChg chg="modSp new mod modTransition">
        <pc:chgData name="fandresena misaina" userId="4469e9f1526a7283" providerId="LiveId" clId="{6D973C92-342B-4716-B7A3-352B80A52777}" dt="2025-11-26T07:33:26.542" v="1406"/>
        <pc:sldMkLst>
          <pc:docMk/>
          <pc:sldMk cId="1150588051" sldId="257"/>
        </pc:sldMkLst>
        <pc:spChg chg="mod">
          <ac:chgData name="fandresena misaina" userId="4469e9f1526a7283" providerId="LiveId" clId="{6D973C92-342B-4716-B7A3-352B80A52777}" dt="2025-11-24T18:50:00.428" v="38" actId="404"/>
          <ac:spMkLst>
            <pc:docMk/>
            <pc:sldMk cId="1150588051" sldId="257"/>
            <ac:spMk id="2" creationId="{239C9A27-0B67-ED93-7D9A-9991733AB958}"/>
          </ac:spMkLst>
        </pc:spChg>
        <pc:spChg chg="mod">
          <ac:chgData name="fandresena misaina" userId="4469e9f1526a7283" providerId="LiveId" clId="{6D973C92-342B-4716-B7A3-352B80A52777}" dt="2025-11-26T07:29:10.592" v="1321" actId="20577"/>
          <ac:spMkLst>
            <pc:docMk/>
            <pc:sldMk cId="1150588051" sldId="257"/>
            <ac:spMk id="3" creationId="{B93550BA-B035-903C-778E-32D7051D9679}"/>
          </ac:spMkLst>
        </pc:spChg>
      </pc:sldChg>
      <pc:sldChg chg="modSp new mod modTransition">
        <pc:chgData name="fandresena misaina" userId="4469e9f1526a7283" providerId="LiveId" clId="{6D973C92-342B-4716-B7A3-352B80A52777}" dt="2025-11-26T07:33:29.604" v="1407"/>
        <pc:sldMkLst>
          <pc:docMk/>
          <pc:sldMk cId="2801642791" sldId="258"/>
        </pc:sldMkLst>
        <pc:spChg chg="mod">
          <ac:chgData name="fandresena misaina" userId="4469e9f1526a7283" providerId="LiveId" clId="{6D973C92-342B-4716-B7A3-352B80A52777}" dt="2025-11-24T18:52:28.790" v="66" actId="207"/>
          <ac:spMkLst>
            <pc:docMk/>
            <pc:sldMk cId="2801642791" sldId="258"/>
            <ac:spMk id="2" creationId="{FEB2FE56-FB5D-F353-FBF2-8EFD30A3ABC7}"/>
          </ac:spMkLst>
        </pc:spChg>
        <pc:spChg chg="mod">
          <ac:chgData name="fandresena misaina" userId="4469e9f1526a7283" providerId="LiveId" clId="{6D973C92-342B-4716-B7A3-352B80A52777}" dt="2025-11-24T18:53:01.350" v="87" actId="27636"/>
          <ac:spMkLst>
            <pc:docMk/>
            <pc:sldMk cId="2801642791" sldId="258"/>
            <ac:spMk id="3" creationId="{7D5174B3-EE9E-9C61-233D-A6AFDC86BCB8}"/>
          </ac:spMkLst>
        </pc:spChg>
      </pc:sldChg>
      <pc:sldChg chg="modSp new mod modTransition">
        <pc:chgData name="fandresena misaina" userId="4469e9f1526a7283" providerId="LiveId" clId="{6D973C92-342B-4716-B7A3-352B80A52777}" dt="2025-11-26T07:33:41.861" v="1408"/>
        <pc:sldMkLst>
          <pc:docMk/>
          <pc:sldMk cId="1233020533" sldId="259"/>
        </pc:sldMkLst>
        <pc:spChg chg="mod">
          <ac:chgData name="fandresena misaina" userId="4469e9f1526a7283" providerId="LiveId" clId="{6D973C92-342B-4716-B7A3-352B80A52777}" dt="2025-11-24T19:06:19.737" v="389" actId="20577"/>
          <ac:spMkLst>
            <pc:docMk/>
            <pc:sldMk cId="1233020533" sldId="259"/>
            <ac:spMk id="2" creationId="{C3A08370-7080-83FC-A442-B2150D4DDCA7}"/>
          </ac:spMkLst>
        </pc:spChg>
        <pc:spChg chg="mod">
          <ac:chgData name="fandresena misaina" userId="4469e9f1526a7283" providerId="LiveId" clId="{6D973C92-342B-4716-B7A3-352B80A52777}" dt="2025-11-26T07:27:05.368" v="1255" actId="20577"/>
          <ac:spMkLst>
            <pc:docMk/>
            <pc:sldMk cId="1233020533" sldId="259"/>
            <ac:spMk id="3" creationId="{48682649-4DEE-2BF8-D0B1-5189F34360E0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33:48.011" v="1409"/>
        <pc:sldMkLst>
          <pc:docMk/>
          <pc:sldMk cId="1231395144" sldId="260"/>
        </pc:sldMkLst>
        <pc:spChg chg="mod">
          <ac:chgData name="fandresena misaina" userId="4469e9f1526a7283" providerId="LiveId" clId="{6D973C92-342B-4716-B7A3-352B80A52777}" dt="2025-11-26T07:26:09.703" v="1209" actId="20577"/>
          <ac:spMkLst>
            <pc:docMk/>
            <pc:sldMk cId="1231395144" sldId="260"/>
            <ac:spMk id="3" creationId="{2C5C07CC-24DF-3C65-F2D5-542F99B8F9EE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34:49.438" v="1416" actId="20577"/>
        <pc:sldMkLst>
          <pc:docMk/>
          <pc:sldMk cId="402071751" sldId="261"/>
        </pc:sldMkLst>
        <pc:spChg chg="mod">
          <ac:chgData name="fandresena misaina" userId="4469e9f1526a7283" providerId="LiveId" clId="{6D973C92-342B-4716-B7A3-352B80A52777}" dt="2025-11-26T07:34:49.438" v="1416" actId="20577"/>
          <ac:spMkLst>
            <pc:docMk/>
            <pc:sldMk cId="402071751" sldId="261"/>
            <ac:spMk id="3" creationId="{E891AB64-E4E5-FEBF-79F0-2FCB88940022}"/>
          </ac:spMkLst>
        </pc:spChg>
      </pc:sldChg>
      <pc:sldChg chg="addSp delSp modSp new mod modTransition">
        <pc:chgData name="fandresena misaina" userId="4469e9f1526a7283" providerId="LiveId" clId="{6D973C92-342B-4716-B7A3-352B80A52777}" dt="2025-11-26T07:34:00.535" v="1411"/>
        <pc:sldMkLst>
          <pc:docMk/>
          <pc:sldMk cId="605218699" sldId="262"/>
        </pc:sldMkLst>
        <pc:spChg chg="mod">
          <ac:chgData name="fandresena misaina" userId="4469e9f1526a7283" providerId="LiveId" clId="{6D973C92-342B-4716-B7A3-352B80A52777}" dt="2025-11-26T07:16:04.215" v="805" actId="20577"/>
          <ac:spMkLst>
            <pc:docMk/>
            <pc:sldMk cId="605218699" sldId="262"/>
            <ac:spMk id="3" creationId="{F43C2E7E-109F-286E-AA89-928E72FD28F3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39:41.537" v="1435" actId="20577"/>
        <pc:sldMkLst>
          <pc:docMk/>
          <pc:sldMk cId="3920725116" sldId="263"/>
        </pc:sldMkLst>
        <pc:spChg chg="mod">
          <ac:chgData name="fandresena misaina" userId="4469e9f1526a7283" providerId="LiveId" clId="{6D973C92-342B-4716-B7A3-352B80A52777}" dt="2025-11-26T07:39:41.537" v="1435" actId="20577"/>
          <ac:spMkLst>
            <pc:docMk/>
            <pc:sldMk cId="3920725116" sldId="263"/>
            <ac:spMk id="3" creationId="{4EF6873D-6182-714E-AD30-01D369BDD43D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7:39:14.494" v="1430" actId="20577"/>
        <pc:sldMkLst>
          <pc:docMk/>
          <pc:sldMk cId="370129303" sldId="264"/>
        </pc:sldMkLst>
        <pc:spChg chg="del">
          <ac:chgData name="fandresena misaina" userId="4469e9f1526a7283" providerId="LiveId" clId="{6D973C92-342B-4716-B7A3-352B80A52777}" dt="2025-11-25T07:31:09.201" v="418" actId="478"/>
          <ac:spMkLst>
            <pc:docMk/>
            <pc:sldMk cId="370129303" sldId="264"/>
            <ac:spMk id="2" creationId="{925A2199-BEED-54B1-9F5B-7C502A89C180}"/>
          </ac:spMkLst>
        </pc:spChg>
        <pc:spChg chg="mod">
          <ac:chgData name="fandresena misaina" userId="4469e9f1526a7283" providerId="LiveId" clId="{6D973C92-342B-4716-B7A3-352B80A52777}" dt="2025-11-26T07:39:14.494" v="1430" actId="20577"/>
          <ac:spMkLst>
            <pc:docMk/>
            <pc:sldMk cId="370129303" sldId="264"/>
            <ac:spMk id="3" creationId="{AEA67865-3F91-EE15-809E-E56423DE357F}"/>
          </ac:spMkLst>
        </pc:spChg>
      </pc:sldChg>
      <pc:sldChg chg="addSp delSp modSp new del mod">
        <pc:chgData name="fandresena misaina" userId="4469e9f1526a7283" providerId="LiveId" clId="{6D973C92-342B-4716-B7A3-352B80A52777}" dt="2025-11-25T07:30:59.547" v="416" actId="680"/>
        <pc:sldMkLst>
          <pc:docMk/>
          <pc:sldMk cId="610503727" sldId="264"/>
        </pc:sldMkLst>
        <pc:spChg chg="add del">
          <ac:chgData name="fandresena misaina" userId="4469e9f1526a7283" providerId="LiveId" clId="{6D973C92-342B-4716-B7A3-352B80A52777}" dt="2025-11-25T07:30:51.966" v="415" actId="478"/>
          <ac:spMkLst>
            <pc:docMk/>
            <pc:sldMk cId="610503727" sldId="264"/>
            <ac:spMk id="2" creationId="{D7577C57-8996-D768-7163-CC8CB7C996AE}"/>
          </ac:spMkLst>
        </pc:spChg>
        <pc:spChg chg="mod">
          <ac:chgData name="fandresena misaina" userId="4469e9f1526a7283" providerId="LiveId" clId="{6D973C92-342B-4716-B7A3-352B80A52777}" dt="2025-11-25T07:30:51.337" v="414" actId="14100"/>
          <ac:spMkLst>
            <pc:docMk/>
            <pc:sldMk cId="610503727" sldId="264"/>
            <ac:spMk id="3" creationId="{25D237E8-08E3-F339-B748-1A845D15B95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1DB69-008C-5DFA-263F-26289A1252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MG" dirty="0" err="1">
                <a:solidFill>
                  <a:srgbClr val="FF0000"/>
                </a:solidFill>
              </a:rPr>
              <a:t>Materialize</a:t>
            </a:r>
            <a:r>
              <a:rPr lang="fr-MG" dirty="0">
                <a:solidFill>
                  <a:srgbClr val="FF0000"/>
                </a:solidFill>
              </a:rPr>
              <a:t> </a:t>
            </a:r>
            <a:r>
              <a:rPr lang="fr-MG" dirty="0">
                <a:solidFill>
                  <a:schemeClr val="tx1"/>
                </a:solidFill>
              </a:rPr>
              <a:t>(</a:t>
            </a:r>
            <a:r>
              <a:rPr lang="fr-MG" dirty="0" err="1">
                <a:solidFill>
                  <a:schemeClr val="tx1"/>
                </a:solidFill>
              </a:rPr>
              <a:t>framework</a:t>
            </a:r>
            <a:r>
              <a:rPr lang="fr-MG" dirty="0">
                <a:solidFill>
                  <a:schemeClr val="tx1"/>
                </a:solidFill>
              </a:rPr>
              <a:t>)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51E165F-7CDC-6692-955A-ADF7D3B5D7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55000" lnSpcReduction="20000"/>
          </a:bodyPr>
          <a:lstStyle/>
          <a:p>
            <a:pPr algn="l"/>
            <a:r>
              <a:rPr lang="fr-FR" dirty="0"/>
              <a:t>• Framework CSS basé sur </a:t>
            </a:r>
            <a:r>
              <a:rPr lang="fr-FR" dirty="0" err="1"/>
              <a:t>Material</a:t>
            </a:r>
            <a:r>
              <a:rPr lang="fr-FR" dirty="0"/>
              <a:t> Design</a:t>
            </a:r>
          </a:p>
          <a:p>
            <a:pPr algn="l"/>
            <a:r>
              <a:rPr lang="fr-FR" dirty="0"/>
              <a:t>• Permet de créer des interfaces modernes et responsives</a:t>
            </a:r>
          </a:p>
          <a:p>
            <a:pPr algn="l"/>
            <a:r>
              <a:rPr lang="fr-FR" dirty="0"/>
              <a:t>• Facile à utiliser même pour débutant</a:t>
            </a:r>
          </a:p>
          <a:p>
            <a:pPr algn="l"/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32054812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9C9A27-0B67-ED93-7D9A-9991733AB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fr-FR" sz="8800" u="sng" dirty="0">
                <a:solidFill>
                  <a:srgbClr val="FF0000"/>
                </a:solidFill>
              </a:rPr>
              <a:t>Définition  :</a:t>
            </a:r>
            <a:endParaRPr lang="fr-MG" sz="8800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3550BA-B035-903C-778E-32D7051D9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MG" sz="3600" dirty="0" err="1"/>
              <a:t>Materialize</a:t>
            </a:r>
            <a:r>
              <a:rPr lang="fr-MG" sz="3600" dirty="0"/>
              <a:t> est un </a:t>
            </a:r>
            <a:r>
              <a:rPr lang="fr-MG" sz="3600" dirty="0" err="1"/>
              <a:t>framework</a:t>
            </a:r>
            <a:r>
              <a:rPr lang="fr-MG" sz="3600" dirty="0"/>
              <a:t> </a:t>
            </a:r>
            <a:r>
              <a:rPr lang="fr-MG" sz="3600" dirty="0" err="1"/>
              <a:t>front-end</a:t>
            </a:r>
            <a:r>
              <a:rPr lang="fr-MG" sz="3600" dirty="0"/>
              <a:t> </a:t>
            </a:r>
            <a:r>
              <a:rPr lang="fr-FR" sz="3600" dirty="0"/>
              <a:t>    </a:t>
            </a:r>
          </a:p>
          <a:p>
            <a:pPr marL="0" indent="0">
              <a:buNone/>
            </a:pPr>
            <a:r>
              <a:rPr lang="fr-FR" sz="3600" dirty="0"/>
              <a:t>      </a:t>
            </a:r>
            <a:r>
              <a:rPr lang="fr-MG" sz="3600" dirty="0"/>
              <a:t>CSS/JavaScript. </a:t>
            </a:r>
          </a:p>
          <a:p>
            <a:r>
              <a:rPr lang="fr-MG" sz="3600" dirty="0"/>
              <a:t>Il est inspiré des principes de </a:t>
            </a:r>
            <a:r>
              <a:rPr lang="fr-MG" sz="3600" dirty="0" err="1"/>
              <a:t>Material</a:t>
            </a:r>
            <a:r>
              <a:rPr lang="fr-MG" sz="3600" dirty="0"/>
              <a:t> Design, le </a:t>
            </a:r>
            <a:r>
              <a:rPr lang="fr-FR" sz="3600" dirty="0"/>
              <a:t>  </a:t>
            </a:r>
          </a:p>
          <a:p>
            <a:pPr marL="0" indent="0">
              <a:buNone/>
            </a:pPr>
            <a:r>
              <a:rPr lang="fr-FR" sz="3600" dirty="0"/>
              <a:t>      </a:t>
            </a:r>
            <a:r>
              <a:rPr lang="fr-MG" sz="3600" dirty="0"/>
              <a:t>langage de design de Google. </a:t>
            </a:r>
          </a:p>
          <a:p>
            <a:r>
              <a:rPr lang="fr-MG" sz="3600" dirty="0"/>
              <a:t>Il est open-source (licence MIT). </a:t>
            </a:r>
          </a:p>
        </p:txBody>
      </p:sp>
    </p:spTree>
    <p:extLst>
      <p:ext uri="{BB962C8B-B14F-4D97-AF65-F5344CB8AC3E}">
        <p14:creationId xmlns:p14="http://schemas.microsoft.com/office/powerpoint/2010/main" val="1150588051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B2FE56-FB5D-F353-FBF2-8EFD30A3A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MG" dirty="0">
                <a:solidFill>
                  <a:srgbClr val="FF0000"/>
                </a:solidFill>
              </a:rPr>
              <a:t>Utilisation globale </a:t>
            </a:r>
            <a:br>
              <a:rPr lang="fr-FR" dirty="0"/>
            </a:br>
            <a:r>
              <a:rPr lang="fr-MG" dirty="0"/>
              <a:t>(à quoi ça sert)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5174B3-EE9E-9C61-233D-A6AFDC86B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MG" dirty="0"/>
              <a:t>Permet de construire des interfaces web responsives (adaptées aux mobiles, tablettes, ordinateurs). </a:t>
            </a:r>
          </a:p>
          <a:p>
            <a:r>
              <a:rPr lang="fr-MG" dirty="0"/>
              <a:t>Offre de nombreux composants prêts à l’emploi : grilles, boutons, cartes, formulaires, </a:t>
            </a:r>
            <a:r>
              <a:rPr lang="fr-MG" dirty="0" err="1"/>
              <a:t>modals</a:t>
            </a:r>
            <a:r>
              <a:rPr lang="fr-MG" dirty="0"/>
              <a:t>, etc. </a:t>
            </a:r>
          </a:p>
          <a:p>
            <a:r>
              <a:rPr lang="fr-MG" dirty="0"/>
              <a:t>Comprend des plugins JavaScript pour des interactions (</a:t>
            </a:r>
            <a:r>
              <a:rPr lang="fr-MG" dirty="0" err="1"/>
              <a:t>sliders</a:t>
            </a:r>
            <a:r>
              <a:rPr lang="fr-MG" dirty="0"/>
              <a:t>, </a:t>
            </a:r>
            <a:r>
              <a:rPr lang="fr-MG" dirty="0" err="1"/>
              <a:t>modals</a:t>
            </a:r>
            <a:r>
              <a:rPr lang="fr-MG" dirty="0"/>
              <a:t>, etc.). </a:t>
            </a:r>
          </a:p>
          <a:p>
            <a:r>
              <a:rPr lang="fr-MG" dirty="0"/>
              <a:t>Peut être utilisé avec du </a:t>
            </a:r>
            <a:r>
              <a:rPr lang="fr-MG" dirty="0" err="1"/>
              <a:t>Sass</a:t>
            </a:r>
            <a:r>
              <a:rPr lang="fr-MG" dirty="0"/>
              <a:t> : il existe une version source SCSS pour personnaliser les composants. </a:t>
            </a:r>
          </a:p>
          <a:p>
            <a:r>
              <a:rPr lang="fr-MG" dirty="0"/>
              <a:t>Facile à intégrer : via CDN, téléchargement, </a:t>
            </a:r>
            <a:r>
              <a:rPr lang="fr-MG" dirty="0" err="1"/>
              <a:t>npm</a:t>
            </a:r>
            <a:r>
              <a:rPr lang="fr-MG" dirty="0"/>
              <a:t>, etc. </a:t>
            </a:r>
          </a:p>
          <a:p>
            <a:r>
              <a:rPr lang="fr-MG" dirty="0"/>
              <a:t>Priorise la performance : beaucoup de composants fonctionnent même sans JavaScript (ou peu de dépendances). </a:t>
            </a:r>
          </a:p>
          <a:p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2801642791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08370-7080-83FC-A442-B2150D4DD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MG" sz="8800" u="sng" dirty="0">
                <a:solidFill>
                  <a:srgbClr val="FF0000"/>
                </a:solidFill>
              </a:rPr>
              <a:t>Site officiel</a:t>
            </a:r>
            <a:r>
              <a:rPr lang="fr-FR" sz="8800" u="sng" dirty="0">
                <a:solidFill>
                  <a:srgbClr val="FF0000"/>
                </a:solidFill>
              </a:rPr>
              <a:t> :</a:t>
            </a:r>
            <a:endParaRPr lang="fr-MG" sz="8800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682649-4DEE-2BF8-D0B1-5189F343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MG" dirty="0"/>
              <a:t>Le site officiel de </a:t>
            </a:r>
            <a:r>
              <a:rPr lang="fr-MG" dirty="0" err="1"/>
              <a:t>Materialize</a:t>
            </a:r>
            <a:r>
              <a:rPr lang="fr-MG" dirty="0"/>
              <a:t> est : materializecss.com </a:t>
            </a:r>
          </a:p>
          <a:p>
            <a:r>
              <a:rPr lang="fr-MG" dirty="0"/>
              <a:t>La documentation (guide de démarrage) se trouve </a:t>
            </a:r>
            <a:r>
              <a:rPr lang="fr-FR" dirty="0"/>
              <a:t>dans</a:t>
            </a:r>
            <a:r>
              <a:rPr lang="fr-MG" dirty="0"/>
              <a:t>: </a:t>
            </a:r>
            <a:r>
              <a:rPr lang="fr-MG" dirty="0" err="1"/>
              <a:t>Getting</a:t>
            </a:r>
            <a:r>
              <a:rPr lang="fr-MG" dirty="0"/>
              <a:t> </a:t>
            </a:r>
            <a:r>
              <a:rPr lang="fr-MG" dirty="0" err="1"/>
              <a:t>Started</a:t>
            </a:r>
            <a:r>
              <a:rPr lang="fr-MG" dirty="0"/>
              <a:t> sur le site officiel. </a:t>
            </a:r>
          </a:p>
          <a:p>
            <a:pPr marL="0" indent="0">
              <a:buNone/>
            </a:pPr>
            <a:r>
              <a:rPr lang="fr-MG" dirty="0"/>
              <a:t>utiliser </a:t>
            </a:r>
            <a:r>
              <a:rPr lang="fr-MG" dirty="0" err="1"/>
              <a:t>Materialize</a:t>
            </a:r>
            <a:r>
              <a:rPr lang="fr-MG" dirty="0"/>
              <a:t> étape par étape</a:t>
            </a:r>
            <a:r>
              <a:rPr lang="fr-FR" dirty="0"/>
              <a:t>.</a:t>
            </a:r>
            <a:endParaRPr lang="fr-MG" dirty="0"/>
          </a:p>
          <a:p>
            <a:r>
              <a:rPr lang="fr-MG" dirty="0"/>
              <a:t>1. Ajouter </a:t>
            </a:r>
            <a:r>
              <a:rPr lang="fr-MG" dirty="0" err="1"/>
              <a:t>Materialize</a:t>
            </a:r>
            <a:r>
              <a:rPr lang="fr-MG" dirty="0"/>
              <a:t> </a:t>
            </a:r>
            <a:r>
              <a:rPr lang="fr-FR" dirty="0"/>
              <a:t>dans le</a:t>
            </a:r>
            <a:r>
              <a:rPr lang="fr-MG" dirty="0"/>
              <a:t> projet </a:t>
            </a:r>
          </a:p>
          <a:p>
            <a:r>
              <a:rPr lang="fr-FR" b="1" dirty="0"/>
              <a:t>On a </a:t>
            </a:r>
            <a:r>
              <a:rPr lang="fr-MG" b="1" dirty="0"/>
              <a:t>3 méthodes </a:t>
            </a:r>
            <a:r>
              <a:rPr lang="fr-MG" dirty="0"/>
              <a:t>:</a:t>
            </a:r>
          </a:p>
          <a:p>
            <a:pPr marL="0" indent="0">
              <a:buNone/>
            </a:pPr>
            <a:r>
              <a:rPr lang="fr-MG" dirty="0"/>
              <a:t>🔹 Méthode 1 : via CDN (</a:t>
            </a:r>
            <a:r>
              <a:rPr lang="fr-FR" dirty="0"/>
              <a:t>Content Delivery Network</a:t>
            </a:r>
            <a:r>
              <a:rPr lang="fr-MG" dirty="0"/>
              <a:t>)</a:t>
            </a:r>
            <a:r>
              <a:rPr lang="fr-FR" dirty="0"/>
              <a:t> qui est la plus simple</a:t>
            </a:r>
            <a:endParaRPr lang="fr-MG" dirty="0"/>
          </a:p>
          <a:p>
            <a:pPr marL="0" indent="0">
              <a:buNone/>
            </a:pPr>
            <a:r>
              <a:rPr lang="fr-MG" dirty="0"/>
              <a:t>🔹 Structure de base </a:t>
            </a:r>
            <a:r>
              <a:rPr lang="fr-MG" dirty="0" err="1"/>
              <a:t>Materialize</a:t>
            </a:r>
            <a:endParaRPr lang="fr-FR" dirty="0"/>
          </a:p>
          <a:p>
            <a:pPr marL="0" indent="0">
              <a:buNone/>
            </a:pPr>
            <a:r>
              <a:rPr lang="fr-MG" dirty="0"/>
              <a:t>🔹 Utiliser les composants</a:t>
            </a:r>
          </a:p>
          <a:p>
            <a:pPr marL="0" indent="0">
              <a:buNone/>
            </a:pPr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1233020533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5C07CC-24DF-3C65-F2D5-542F99B8F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5485" y="0"/>
            <a:ext cx="10680569" cy="685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>
                <a:solidFill>
                  <a:srgbClr val="FF0000"/>
                </a:solidFill>
              </a:rPr>
              <a:t>  </a:t>
            </a:r>
            <a:r>
              <a:rPr lang="fr-MG" sz="2800" dirty="0">
                <a:solidFill>
                  <a:srgbClr val="FF0000"/>
                </a:solidFill>
              </a:rPr>
              <a:t>🔹 </a:t>
            </a:r>
            <a:r>
              <a:rPr lang="fr-MG" sz="2800" u="sng" dirty="0">
                <a:solidFill>
                  <a:srgbClr val="FF0000"/>
                </a:solidFill>
              </a:rPr>
              <a:t>Méthode 1 : via CDN (la plus simple)</a:t>
            </a:r>
          </a:p>
          <a:p>
            <a:r>
              <a:rPr lang="fr-MG" sz="2800" dirty="0"/>
              <a:t>Dans </a:t>
            </a:r>
            <a:r>
              <a:rPr lang="fr-FR" sz="2800" dirty="0"/>
              <a:t>le </a:t>
            </a:r>
            <a:r>
              <a:rPr lang="fr-MG" sz="2800" dirty="0"/>
              <a:t>&lt;</a:t>
            </a:r>
            <a:r>
              <a:rPr lang="fr-MG" sz="2800" dirty="0" err="1"/>
              <a:t>head</a:t>
            </a:r>
            <a:r>
              <a:rPr lang="fr-MG" sz="2800" dirty="0"/>
              <a:t>&gt;</a:t>
            </a:r>
            <a:r>
              <a:rPr lang="fr-FR" sz="2800" dirty="0"/>
              <a:t> de l’index.html</a:t>
            </a:r>
            <a:r>
              <a:rPr lang="fr-MG" sz="2800" dirty="0"/>
              <a:t> :</a:t>
            </a:r>
          </a:p>
          <a:p>
            <a:pPr marL="0" indent="0">
              <a:buNone/>
            </a:pPr>
            <a:r>
              <a:rPr lang="fr-FR" sz="2800" dirty="0"/>
              <a:t>   </a:t>
            </a:r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CSS --&gt;</a:t>
            </a:r>
          </a:p>
          <a:p>
            <a:pPr marL="0" indent="0">
              <a:buNone/>
            </a:pPr>
            <a:r>
              <a:rPr lang="fr-FR" sz="2800" dirty="0"/>
              <a:t>     </a:t>
            </a:r>
            <a:r>
              <a:rPr lang="fr-MG" sz="2800" dirty="0"/>
              <a:t>&lt;</a:t>
            </a:r>
            <a:r>
              <a:rPr lang="fr-MG" sz="2800" dirty="0" err="1"/>
              <a:t>link</a:t>
            </a:r>
            <a:r>
              <a:rPr lang="fr-MG" sz="2800" dirty="0"/>
              <a:t> rel="</a:t>
            </a:r>
            <a:r>
              <a:rPr lang="fr-MG" sz="2800" dirty="0" err="1"/>
              <a:t>stylesheet</a:t>
            </a:r>
            <a:r>
              <a:rPr lang="fr-MG" sz="2800" dirty="0"/>
              <a:t>" href="https://cdnjs.cloudflare.com/ajax/</a:t>
            </a:r>
            <a:r>
              <a:rPr lang="fr-MG" sz="2800" dirty="0" err="1"/>
              <a:t>libs</a:t>
            </a:r>
            <a:r>
              <a:rPr lang="fr-MG" sz="2800" dirty="0"/>
              <a:t>/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                </a:t>
            </a:r>
            <a:r>
              <a:rPr lang="fr-MG" sz="2800" dirty="0" err="1"/>
              <a:t>materialize</a:t>
            </a:r>
            <a:r>
              <a:rPr lang="fr-MG" sz="2800" dirty="0"/>
              <a:t>/1.0.0/</a:t>
            </a:r>
            <a:r>
              <a:rPr lang="fr-MG" sz="2800" dirty="0" err="1"/>
              <a:t>css</a:t>
            </a:r>
            <a:r>
              <a:rPr lang="fr-MG" sz="2800" dirty="0"/>
              <a:t>/materialize.min.css"&gt;</a:t>
            </a:r>
          </a:p>
          <a:p>
            <a:pPr marL="0" indent="0">
              <a:buNone/>
            </a:pPr>
            <a:r>
              <a:rPr lang="fr-FR" sz="2800" dirty="0"/>
              <a:t>  </a:t>
            </a:r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</a:t>
            </a:r>
            <a:r>
              <a:rPr lang="fr-MG" sz="2800" dirty="0" err="1"/>
              <a:t>Icons</a:t>
            </a:r>
            <a:r>
              <a:rPr lang="fr-MG" sz="2800" dirty="0"/>
              <a:t> --&gt;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&lt;</a:t>
            </a:r>
            <a:r>
              <a:rPr lang="fr-MG" sz="2800" dirty="0" err="1"/>
              <a:t>link</a:t>
            </a:r>
            <a:r>
              <a:rPr lang="fr-MG" sz="2800" dirty="0"/>
              <a:t> href="https://fonts.googleapis.com/</a:t>
            </a:r>
            <a:r>
              <a:rPr lang="fr-MG" sz="2800" dirty="0" err="1"/>
              <a:t>icon?family</a:t>
            </a:r>
            <a:r>
              <a:rPr lang="fr-MG" sz="2800" dirty="0"/>
              <a:t>=</a:t>
            </a:r>
            <a:r>
              <a:rPr lang="fr-MG" sz="2800" dirty="0" err="1"/>
              <a:t>Material+Icons</a:t>
            </a:r>
            <a:r>
              <a:rPr lang="fr-MG" sz="2800" dirty="0"/>
              <a:t>" </a:t>
            </a:r>
            <a:r>
              <a:rPr lang="fr-FR" sz="2800" dirty="0"/>
              <a:t>                     </a:t>
            </a:r>
          </a:p>
          <a:p>
            <a:pPr marL="0" indent="0">
              <a:buNone/>
            </a:pPr>
            <a:r>
              <a:rPr lang="fr-FR" sz="2800" dirty="0"/>
              <a:t>                </a:t>
            </a:r>
            <a:r>
              <a:rPr lang="fr-MG" sz="2800" dirty="0"/>
              <a:t>rel="</a:t>
            </a:r>
            <a:r>
              <a:rPr lang="fr-MG" sz="2800" dirty="0" err="1"/>
              <a:t>stylesheet</a:t>
            </a:r>
            <a:r>
              <a:rPr lang="fr-MG" sz="2800" dirty="0"/>
              <a:t>"&gt;</a:t>
            </a:r>
          </a:p>
          <a:p>
            <a:pPr marL="0" indent="0">
              <a:buNone/>
            </a:pPr>
            <a:r>
              <a:rPr lang="fr-FR" sz="2800" dirty="0"/>
              <a:t>  </a:t>
            </a:r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JS --&gt;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&lt;</a:t>
            </a:r>
            <a:r>
              <a:rPr lang="fr-MG" sz="2800" dirty="0" err="1"/>
              <a:t>scriptsrc</a:t>
            </a:r>
            <a:r>
              <a:rPr lang="fr-MG" sz="2800" dirty="0"/>
              <a:t>="https://cdnjs.cloudflare.com/ajax/</a:t>
            </a:r>
            <a:r>
              <a:rPr lang="fr-MG" sz="2800" dirty="0" err="1"/>
              <a:t>libs</a:t>
            </a:r>
            <a:r>
              <a:rPr lang="fr-MG" sz="2800" dirty="0"/>
              <a:t>/</a:t>
            </a:r>
            <a:r>
              <a:rPr lang="fr-MG" sz="2800" dirty="0" err="1"/>
              <a:t>materialize</a:t>
            </a:r>
            <a:r>
              <a:rPr lang="fr-MG" sz="2800" dirty="0"/>
              <a:t>/1.0.0/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                </a:t>
            </a:r>
            <a:r>
              <a:rPr lang="fr-MG" sz="2800" dirty="0" err="1"/>
              <a:t>js</a:t>
            </a:r>
            <a:r>
              <a:rPr lang="fr-MG" sz="2800" dirty="0"/>
              <a:t>/materialize.min.js"&gt;&lt;/script&gt;</a:t>
            </a:r>
          </a:p>
          <a:p>
            <a:r>
              <a:rPr lang="fr-FR" sz="2800" dirty="0"/>
              <a:t>Après ça, on </a:t>
            </a:r>
            <a:r>
              <a:rPr lang="fr-MG" sz="2800" dirty="0"/>
              <a:t>peu</a:t>
            </a:r>
            <a:r>
              <a:rPr lang="fr-FR" sz="2800" dirty="0"/>
              <a:t>t</a:t>
            </a:r>
            <a:r>
              <a:rPr lang="fr-MG" sz="2800" dirty="0"/>
              <a:t> déjà utiliser les classes </a:t>
            </a:r>
            <a:r>
              <a:rPr lang="fr-MG" sz="2800" dirty="0" err="1"/>
              <a:t>Materialize</a:t>
            </a:r>
            <a:r>
              <a:rPr lang="fr-MG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1395144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91AB64-E4E5-FEBF-79F0-2FCB88940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 fontScale="92500" lnSpcReduction="10000"/>
          </a:bodyPr>
          <a:lstStyle/>
          <a:p>
            <a:r>
              <a:rPr lang="fr-MG" dirty="0"/>
              <a:t> </a:t>
            </a:r>
            <a:r>
              <a:rPr lang="fr-MG" u="sng" dirty="0">
                <a:solidFill>
                  <a:srgbClr val="FF0000"/>
                </a:solidFill>
              </a:rPr>
              <a:t>Structure de base </a:t>
            </a:r>
            <a:r>
              <a:rPr lang="fr-MG" u="sng" dirty="0" err="1">
                <a:solidFill>
                  <a:srgbClr val="FF0000"/>
                </a:solidFill>
              </a:rPr>
              <a:t>Materialize</a:t>
            </a:r>
            <a:r>
              <a:rPr lang="fr-FR" u="sng" dirty="0">
                <a:solidFill>
                  <a:srgbClr val="FF0000"/>
                </a:solidFill>
              </a:rPr>
              <a:t> :</a:t>
            </a:r>
            <a:endParaRPr lang="fr-MG" u="sng" dirty="0">
              <a:solidFill>
                <a:srgbClr val="FF0000"/>
              </a:solidFill>
            </a:endParaRPr>
          </a:p>
          <a:p>
            <a:r>
              <a:rPr lang="fr-FR" dirty="0"/>
              <a:t>U</a:t>
            </a:r>
            <a:r>
              <a:rPr lang="fr-MG" dirty="0"/>
              <a:t>n HTML minimal pour commencer :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&lt;!DOCTYPE html&gt;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&lt;html&gt;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</a:t>
            </a:r>
            <a:r>
              <a:rPr lang="fr-MG" dirty="0" err="1"/>
              <a:t>head</a:t>
            </a:r>
            <a:r>
              <a:rPr lang="fr-MG" dirty="0"/>
              <a:t>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 </a:t>
            </a:r>
            <a:r>
              <a:rPr lang="fr-MG" dirty="0"/>
              <a:t>&lt;</a:t>
            </a:r>
            <a:r>
              <a:rPr lang="fr-MG" dirty="0" err="1"/>
              <a:t>meta</a:t>
            </a:r>
            <a:r>
              <a:rPr lang="fr-MG" dirty="0"/>
              <a:t> </a:t>
            </a:r>
            <a:r>
              <a:rPr lang="fr-MG" dirty="0" err="1"/>
              <a:t>charset</a:t>
            </a:r>
            <a:r>
              <a:rPr lang="fr-MG" dirty="0"/>
              <a:t>="UTF-8"&gt;</a:t>
            </a:r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  &lt;</a:t>
            </a:r>
            <a:r>
              <a:rPr lang="fr-MG" dirty="0" err="1"/>
              <a:t>title</a:t>
            </a:r>
            <a:r>
              <a:rPr lang="fr-MG" dirty="0"/>
              <a:t>&gt;</a:t>
            </a:r>
            <a:r>
              <a:rPr lang="fr-MG" dirty="0" err="1"/>
              <a:t>Materialize</a:t>
            </a:r>
            <a:r>
              <a:rPr lang="fr-MG" dirty="0"/>
              <a:t> Test&lt;/</a:t>
            </a:r>
            <a:r>
              <a:rPr lang="fr-MG" dirty="0" err="1"/>
              <a:t>title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  &lt;</a:t>
            </a:r>
            <a:r>
              <a:rPr lang="fr-MG" dirty="0" err="1"/>
              <a:t>link</a:t>
            </a:r>
            <a:r>
              <a:rPr lang="fr-MG" dirty="0"/>
              <a:t> rel="</a:t>
            </a:r>
            <a:r>
              <a:rPr lang="fr-MG" dirty="0" err="1"/>
              <a:t>stylesheet"href</a:t>
            </a:r>
            <a:r>
              <a:rPr lang="fr-MG" dirty="0"/>
              <a:t>="https://cdnjs.cloudflare.com/ajax/</a:t>
            </a:r>
            <a:r>
              <a:rPr lang="fr-MG" dirty="0" err="1"/>
              <a:t>libs</a:t>
            </a:r>
            <a:r>
              <a:rPr lang="fr-MG" dirty="0"/>
              <a:t>/</a:t>
            </a:r>
            <a:r>
              <a:rPr lang="fr-MG" dirty="0" err="1"/>
              <a:t>materialize</a:t>
            </a:r>
            <a:r>
              <a:rPr lang="fr-MG" dirty="0"/>
              <a:t>/1.0.0/</a:t>
            </a:r>
            <a:r>
              <a:rPr lang="fr-MG" dirty="0" err="1"/>
              <a:t>css</a:t>
            </a:r>
            <a:r>
              <a:rPr lang="fr-MG" dirty="0"/>
              <a:t>/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              </a:t>
            </a:r>
            <a:r>
              <a:rPr lang="fr-MG" dirty="0"/>
              <a:t>materialize.min.css"&gt;</a:t>
            </a:r>
          </a:p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&lt;/</a:t>
            </a:r>
            <a:r>
              <a:rPr lang="fr-MG" dirty="0" err="1"/>
              <a:t>head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&lt;body&gt;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 &lt;div class="container"&gt;</a:t>
            </a:r>
          </a:p>
          <a:p>
            <a:pPr marL="0" indent="0">
              <a:buNone/>
            </a:pPr>
            <a:r>
              <a:rPr lang="fr-FR" dirty="0"/>
              <a:t>   </a:t>
            </a:r>
            <a:r>
              <a:rPr lang="fr-MG" dirty="0"/>
              <a:t>    </a:t>
            </a:r>
            <a:r>
              <a:rPr lang="fr-FR" dirty="0"/>
              <a:t>    </a:t>
            </a:r>
            <a:r>
              <a:rPr lang="fr-MG" dirty="0"/>
              <a:t>&lt;h3 class="center-</a:t>
            </a:r>
            <a:r>
              <a:rPr lang="fr-MG" dirty="0" err="1"/>
              <a:t>align</a:t>
            </a:r>
            <a:r>
              <a:rPr lang="fr-MG" dirty="0"/>
              <a:t>"&gt;Bienvenue dans </a:t>
            </a:r>
            <a:r>
              <a:rPr lang="fr-MG" dirty="0" err="1"/>
              <a:t>Materialize</a:t>
            </a:r>
            <a:r>
              <a:rPr lang="fr-MG" dirty="0"/>
              <a:t>&lt;/h3&gt;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  &lt;script src="https://cdnjs.cloudflare.com/ajax/</a:t>
            </a:r>
            <a:r>
              <a:rPr lang="fr-MG" dirty="0" err="1"/>
              <a:t>libs</a:t>
            </a:r>
            <a:r>
              <a:rPr lang="fr-MG" dirty="0"/>
              <a:t>/</a:t>
            </a:r>
            <a:r>
              <a:rPr lang="fr-MG" dirty="0" err="1"/>
              <a:t>materialize</a:t>
            </a:r>
            <a:r>
              <a:rPr lang="fr-MG" dirty="0"/>
              <a:t>/1.0.0/</a:t>
            </a:r>
            <a:r>
              <a:rPr lang="fr-MG" dirty="0" err="1"/>
              <a:t>js</a:t>
            </a:r>
            <a:r>
              <a:rPr lang="fr-MG" dirty="0"/>
              <a:t>/materialize.min.js"&gt;&lt;/script&gt;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&lt;/body&gt;</a:t>
            </a:r>
          </a:p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402071751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C2E7E-109F-286E-AA89-928E72FD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 lnSpcReduction="10000"/>
          </a:bodyPr>
          <a:lstStyle/>
          <a:p>
            <a:r>
              <a:rPr lang="fr-MG" sz="2800" u="sng" dirty="0">
                <a:solidFill>
                  <a:srgbClr val="FF0000"/>
                </a:solidFill>
              </a:rPr>
              <a:t>Utiliser les composants</a:t>
            </a:r>
            <a:r>
              <a:rPr lang="fr-FR" sz="2800" u="sng" dirty="0">
                <a:solidFill>
                  <a:srgbClr val="FF0000"/>
                </a:solidFill>
              </a:rPr>
              <a:t> :</a:t>
            </a:r>
            <a:endParaRPr lang="fr-MG" sz="2800" u="sng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fr-FR" sz="2800" dirty="0"/>
              <a:t>   </a:t>
            </a:r>
            <a:r>
              <a:rPr lang="fr-MG" sz="2800" dirty="0"/>
              <a:t>🔹 </a:t>
            </a:r>
            <a:r>
              <a:rPr lang="fr-MG" sz="2800" b="1" dirty="0"/>
              <a:t>Boutons</a:t>
            </a:r>
            <a:r>
              <a:rPr lang="fr-MG" sz="2800" dirty="0"/>
              <a:t> :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&lt;a class="</a:t>
            </a:r>
            <a:r>
              <a:rPr lang="fr-MG" sz="2800" dirty="0" err="1"/>
              <a:t>btn</a:t>
            </a:r>
            <a:r>
              <a:rPr lang="fr-MG" sz="2800" dirty="0"/>
              <a:t>"&gt;Clique ici&lt;/a&gt;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&lt;a class="</a:t>
            </a:r>
            <a:r>
              <a:rPr lang="fr-MG" sz="2800" dirty="0" err="1"/>
              <a:t>btn</a:t>
            </a:r>
            <a:r>
              <a:rPr lang="fr-MG" sz="2800" dirty="0"/>
              <a:t> </a:t>
            </a:r>
            <a:r>
              <a:rPr lang="fr-MG" sz="2800" dirty="0" err="1"/>
              <a:t>red</a:t>
            </a:r>
            <a:r>
              <a:rPr lang="fr-MG" sz="2800" dirty="0"/>
              <a:t>"&gt;Bouton rouge&lt;/a&gt; </a:t>
            </a:r>
          </a:p>
          <a:p>
            <a:pPr marL="0" indent="0">
              <a:buNone/>
            </a:pPr>
            <a:r>
              <a:rPr lang="fr-FR" sz="2800" dirty="0"/>
              <a:t>   </a:t>
            </a:r>
            <a:r>
              <a:rPr lang="fr-MG" sz="2800" dirty="0"/>
              <a:t>🔹 </a:t>
            </a:r>
            <a:r>
              <a:rPr lang="fr-MG" sz="2800" b="1" dirty="0"/>
              <a:t>Grille responsive :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&lt;div class="</a:t>
            </a:r>
            <a:r>
              <a:rPr lang="fr-MG" sz="2800" dirty="0" err="1"/>
              <a:t>row</a:t>
            </a:r>
            <a:r>
              <a:rPr lang="fr-MG" sz="2800" dirty="0"/>
              <a:t>"&gt;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            </a:t>
            </a:r>
            <a:r>
              <a:rPr lang="fr-MG" sz="2800" dirty="0"/>
              <a:t>&lt;div class="col s12 m6 l4"&gt;Colonne 1&lt;/div&gt;</a:t>
            </a:r>
          </a:p>
          <a:p>
            <a:pPr marL="0" indent="0">
              <a:buNone/>
            </a:pPr>
            <a:r>
              <a:rPr lang="fr-FR" sz="2800" dirty="0"/>
              <a:t>           </a:t>
            </a:r>
            <a:r>
              <a:rPr lang="fr-MG" sz="2800" dirty="0"/>
              <a:t> &lt;div class="col s12 m6 l4"&gt;Colonne 2&lt;/div&gt;</a:t>
            </a:r>
          </a:p>
          <a:p>
            <a:pPr marL="0" indent="0">
              <a:buNone/>
            </a:pPr>
            <a:r>
              <a:rPr lang="fr-FR" sz="2800" dirty="0"/>
              <a:t>          </a:t>
            </a:r>
            <a:r>
              <a:rPr lang="fr-MG" sz="2800" dirty="0"/>
              <a:t>  &lt;div class="col s12 m6 l4"&gt;Colonne 3&lt;/div&gt;</a:t>
            </a:r>
          </a:p>
          <a:p>
            <a:pPr marL="0" indent="0">
              <a:buNone/>
            </a:pPr>
            <a:r>
              <a:rPr lang="fr-FR" sz="2800" dirty="0"/>
              <a:t>       </a:t>
            </a:r>
            <a:r>
              <a:rPr lang="fr-MG" sz="2800" dirty="0"/>
              <a:t>&lt;/div&gt;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✔ s = mobile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✔ m = tablette</a:t>
            </a:r>
          </a:p>
          <a:p>
            <a:pPr marL="0" indent="0">
              <a:buNone/>
            </a:pPr>
            <a:r>
              <a:rPr lang="fr-FR" sz="2800" dirty="0"/>
              <a:t>    </a:t>
            </a:r>
            <a:r>
              <a:rPr lang="fr-MG" sz="2800" dirty="0"/>
              <a:t>✔ l = desktop</a:t>
            </a:r>
          </a:p>
        </p:txBody>
      </p:sp>
    </p:spTree>
    <p:extLst>
      <p:ext uri="{BB962C8B-B14F-4D97-AF65-F5344CB8AC3E}">
        <p14:creationId xmlns:p14="http://schemas.microsoft.com/office/powerpoint/2010/main" val="605218699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F6873D-6182-714E-AD30-01D369BDD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   </a:t>
            </a:r>
            <a:r>
              <a:rPr lang="fr-MG" dirty="0"/>
              <a:t>🔹 </a:t>
            </a:r>
            <a:r>
              <a:rPr lang="fr-MG" b="1" dirty="0"/>
              <a:t>Carte :</a:t>
            </a:r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&lt;div class="</a:t>
            </a:r>
            <a:r>
              <a:rPr lang="fr-MG" dirty="0" err="1"/>
              <a:t>card</a:t>
            </a:r>
            <a:r>
              <a:rPr lang="fr-MG" dirty="0"/>
              <a:t>"&gt;</a:t>
            </a:r>
          </a:p>
          <a:p>
            <a:pPr marL="0" indent="0">
              <a:buNone/>
            </a:pPr>
            <a:r>
              <a:rPr lang="fr-FR" dirty="0"/>
              <a:t>           </a:t>
            </a:r>
            <a:r>
              <a:rPr lang="fr-MG" dirty="0"/>
              <a:t>&lt;div class="</a:t>
            </a:r>
            <a:r>
              <a:rPr lang="fr-MG" dirty="0" err="1"/>
              <a:t>card</a:t>
            </a:r>
            <a:r>
              <a:rPr lang="fr-MG" dirty="0"/>
              <a:t>-image"&gt;</a:t>
            </a:r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    </a:t>
            </a:r>
            <a:r>
              <a:rPr lang="fr-FR" dirty="0"/>
              <a:t>    </a:t>
            </a:r>
            <a:r>
              <a:rPr lang="fr-MG" dirty="0"/>
              <a:t>&lt;</a:t>
            </a:r>
            <a:r>
              <a:rPr lang="fr-MG" dirty="0" err="1"/>
              <a:t>img</a:t>
            </a:r>
            <a:r>
              <a:rPr lang="fr-MG" dirty="0"/>
              <a:t> src="image.jpg"&gt;</a:t>
            </a:r>
          </a:p>
          <a:p>
            <a:pPr marL="0" indent="0">
              <a:buNone/>
            </a:pPr>
            <a:r>
              <a:rPr lang="fr-FR" dirty="0"/>
              <a:t>           </a:t>
            </a:r>
            <a:r>
              <a:rPr lang="fr-MG" dirty="0"/>
              <a:t>    &lt;</a:t>
            </a:r>
            <a:r>
              <a:rPr lang="fr-MG" dirty="0" err="1"/>
              <a:t>span</a:t>
            </a:r>
            <a:r>
              <a:rPr lang="fr-MG" dirty="0"/>
              <a:t> class="</a:t>
            </a:r>
            <a:r>
              <a:rPr lang="fr-MG" dirty="0" err="1"/>
              <a:t>card-title</a:t>
            </a:r>
            <a:r>
              <a:rPr lang="fr-MG" dirty="0"/>
              <a:t>"&gt;Titre&lt;/</a:t>
            </a:r>
            <a:r>
              <a:rPr lang="fr-MG" dirty="0" err="1"/>
              <a:t>span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&lt;div class="</a:t>
            </a:r>
            <a:r>
              <a:rPr lang="fr-MG" dirty="0" err="1"/>
              <a:t>card</a:t>
            </a:r>
            <a:r>
              <a:rPr lang="fr-MG" dirty="0"/>
              <a:t>-content"&gt;</a:t>
            </a:r>
          </a:p>
          <a:p>
            <a:pPr marL="0" indent="0">
              <a:buNone/>
            </a:pPr>
            <a:r>
              <a:rPr lang="fr-FR" dirty="0"/>
              <a:t>           </a:t>
            </a:r>
            <a:r>
              <a:rPr lang="fr-MG" dirty="0"/>
              <a:t>    &lt;p&gt;</a:t>
            </a:r>
            <a:r>
              <a:rPr lang="fr-FR" dirty="0"/>
              <a:t>T</a:t>
            </a:r>
            <a:r>
              <a:rPr lang="fr-MG" dirty="0" err="1"/>
              <a:t>exte</a:t>
            </a:r>
            <a:r>
              <a:rPr lang="fr-MG" dirty="0"/>
              <a:t> dans une carte.&lt;/p&gt;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 </a:t>
            </a:r>
            <a:r>
              <a:rPr lang="fr-MG" dirty="0"/>
              <a:t>&lt;/div&gt;</a:t>
            </a:r>
          </a:p>
          <a:p>
            <a:pPr marL="0" indent="0">
              <a:buNone/>
            </a:pPr>
            <a:r>
              <a:rPr lang="fr-FR" dirty="0"/>
              <a:t> </a:t>
            </a:r>
            <a:r>
              <a:rPr lang="fr-MG" dirty="0"/>
              <a:t>🔹 </a:t>
            </a:r>
            <a:r>
              <a:rPr lang="fr-MG" b="1" dirty="0" err="1"/>
              <a:t>Navbar</a:t>
            </a:r>
            <a:r>
              <a:rPr lang="fr-MG" dirty="0"/>
              <a:t> :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</a:t>
            </a:r>
            <a:r>
              <a:rPr lang="fr-MG" dirty="0" err="1"/>
              <a:t>nav</a:t>
            </a:r>
            <a:r>
              <a:rPr lang="fr-MG" dirty="0"/>
              <a:t>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&lt;div class="</a:t>
            </a:r>
            <a:r>
              <a:rPr lang="fr-MG" dirty="0" err="1"/>
              <a:t>nav-wrapper</a:t>
            </a:r>
            <a:r>
              <a:rPr lang="fr-MG" dirty="0"/>
              <a:t> </a:t>
            </a:r>
            <a:r>
              <a:rPr lang="fr-MG" dirty="0" err="1"/>
              <a:t>blue</a:t>
            </a:r>
            <a:r>
              <a:rPr lang="fr-MG" dirty="0"/>
              <a:t>"&gt;</a:t>
            </a:r>
          </a:p>
          <a:p>
            <a:pPr marL="0" indent="0">
              <a:buNone/>
            </a:pPr>
            <a:r>
              <a:rPr lang="fr-FR" dirty="0"/>
              <a:t>         </a:t>
            </a:r>
            <a:r>
              <a:rPr lang="fr-MG" dirty="0"/>
              <a:t>    &lt;a href="#" class="brand-logo"&gt;Logo&lt;/a&gt;</a:t>
            </a:r>
          </a:p>
          <a:p>
            <a:pPr marL="0" indent="0">
              <a:buNone/>
            </a:pPr>
            <a:r>
              <a:rPr lang="fr-FR" dirty="0"/>
              <a:t>       </a:t>
            </a:r>
            <a:r>
              <a:rPr lang="fr-MG" dirty="0"/>
              <a:t>  &lt;/div&gt;</a:t>
            </a:r>
          </a:p>
          <a:p>
            <a:pPr marL="0" indent="0">
              <a:buNone/>
            </a:pPr>
            <a:r>
              <a:rPr lang="fr-FR" dirty="0"/>
              <a:t>     </a:t>
            </a:r>
            <a:r>
              <a:rPr lang="fr-MG" dirty="0"/>
              <a:t>&lt;/</a:t>
            </a:r>
            <a:r>
              <a:rPr lang="fr-MG" dirty="0" err="1"/>
              <a:t>nav</a:t>
            </a:r>
            <a:r>
              <a:rPr lang="fr-MG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20725116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A67865-3F91-EE15-809E-E56423DE3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7" y="0"/>
            <a:ext cx="10626095" cy="68579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/>
              <a:t>    </a:t>
            </a:r>
            <a:r>
              <a:rPr lang="fr-MG" dirty="0"/>
              <a:t>🔹 </a:t>
            </a:r>
            <a:r>
              <a:rPr lang="fr-FR" b="1" dirty="0" err="1"/>
              <a:t>Footer</a:t>
            </a:r>
            <a:r>
              <a:rPr lang="fr-MG" dirty="0"/>
              <a:t>: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   &lt;</a:t>
            </a:r>
            <a:r>
              <a:rPr lang="fr-FR" dirty="0" err="1"/>
              <a:t>footer</a:t>
            </a:r>
            <a:r>
              <a:rPr lang="fr-FR" dirty="0"/>
              <a:t> class="page-</a:t>
            </a:r>
            <a:r>
              <a:rPr lang="fr-FR" dirty="0" err="1"/>
              <a:t>footer</a:t>
            </a:r>
            <a:r>
              <a:rPr lang="fr-FR" dirty="0"/>
              <a:t> </a:t>
            </a:r>
            <a:r>
              <a:rPr lang="fr-FR" dirty="0" err="1"/>
              <a:t>brown</a:t>
            </a:r>
            <a:r>
              <a:rPr lang="fr-FR" dirty="0"/>
              <a:t>"&gt;</a:t>
            </a:r>
          </a:p>
          <a:p>
            <a:pPr marL="0" indent="0">
              <a:buNone/>
            </a:pPr>
            <a:r>
              <a:rPr lang="fr-FR" dirty="0"/>
              <a:t>        &lt;div class="container"&gt;</a:t>
            </a:r>
          </a:p>
          <a:p>
            <a:pPr marL="0" indent="0">
              <a:buNone/>
            </a:pPr>
            <a:r>
              <a:rPr lang="fr-FR" dirty="0"/>
              <a:t>            &lt;div class="</a:t>
            </a:r>
            <a:r>
              <a:rPr lang="fr-FR" dirty="0" err="1"/>
              <a:t>row</a:t>
            </a:r>
            <a:r>
              <a:rPr lang="fr-FR" dirty="0"/>
              <a:t>"&gt;</a:t>
            </a:r>
          </a:p>
          <a:p>
            <a:pPr marL="0" indent="0">
              <a:buNone/>
            </a:pPr>
            <a:r>
              <a:rPr lang="fr-FR" dirty="0"/>
              <a:t>                &lt;div class="col s12"&gt;</a:t>
            </a:r>
          </a:p>
          <a:p>
            <a:pPr marL="0" indent="0">
              <a:buNone/>
            </a:pPr>
            <a:r>
              <a:rPr lang="fr-FR" dirty="0"/>
              <a:t>                     &lt;h5 class="white-</a:t>
            </a:r>
            <a:r>
              <a:rPr lang="fr-FR" dirty="0" err="1"/>
              <a:t>text</a:t>
            </a:r>
            <a:r>
              <a:rPr lang="fr-FR" dirty="0"/>
              <a:t>"&gt;Mon </a:t>
            </a:r>
            <a:r>
              <a:rPr lang="fr-FR" dirty="0" err="1"/>
              <a:t>Footer</a:t>
            </a:r>
            <a:r>
              <a:rPr lang="fr-FR" dirty="0"/>
              <a:t>&lt;/h5&gt;</a:t>
            </a:r>
          </a:p>
          <a:p>
            <a:pPr marL="0" indent="0">
              <a:buNone/>
            </a:pPr>
            <a:r>
              <a:rPr lang="fr-FR" dirty="0"/>
              <a:t>                     &lt;p class="</a:t>
            </a:r>
            <a:r>
              <a:rPr lang="fr-FR" dirty="0" err="1"/>
              <a:t>grey-text</a:t>
            </a:r>
            <a:r>
              <a:rPr lang="fr-FR" dirty="0"/>
              <a:t> text-lighten-4"&gt;</a:t>
            </a:r>
            <a:r>
              <a:rPr lang="fr-FR" dirty="0" err="1"/>
              <a:t>Footer</a:t>
            </a:r>
            <a:r>
              <a:rPr lang="fr-FR" dirty="0"/>
              <a:t> en </a:t>
            </a:r>
            <a:r>
              <a:rPr lang="fr-FR" dirty="0" err="1"/>
              <a:t>Materialize</a:t>
            </a:r>
            <a:r>
              <a:rPr lang="fr-FR" dirty="0"/>
              <a:t>.&lt;/p&gt;</a:t>
            </a:r>
          </a:p>
          <a:p>
            <a:pPr marL="0" indent="0">
              <a:buNone/>
            </a:pPr>
            <a:r>
              <a:rPr lang="fr-FR" dirty="0"/>
              <a:t>               &lt;/div&gt;</a:t>
            </a:r>
          </a:p>
          <a:p>
            <a:pPr marL="0" indent="0">
              <a:buNone/>
            </a:pPr>
            <a:r>
              <a:rPr lang="fr-FR" dirty="0"/>
              <a:t>            &lt;/div&gt;</a:t>
            </a:r>
          </a:p>
          <a:p>
            <a:pPr marL="0" indent="0">
              <a:buNone/>
            </a:pPr>
            <a:r>
              <a:rPr lang="fr-FR" dirty="0"/>
              <a:t>        &lt;/div&gt;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/>
              <a:t>        &lt;div class="</a:t>
            </a:r>
            <a:r>
              <a:rPr lang="fr-FR" dirty="0" err="1"/>
              <a:t>footer</a:t>
            </a:r>
            <a:r>
              <a:rPr lang="fr-FR" dirty="0"/>
              <a:t>-copy­right"&gt;</a:t>
            </a:r>
          </a:p>
          <a:p>
            <a:pPr marL="0" indent="0">
              <a:buNone/>
            </a:pPr>
            <a:r>
              <a:rPr lang="fr-FR" dirty="0"/>
              <a:t>            &lt;div class="container"&gt;</a:t>
            </a:r>
          </a:p>
          <a:p>
            <a:pPr marL="0" indent="0">
              <a:buNone/>
            </a:pPr>
            <a:r>
              <a:rPr lang="fr-FR" dirty="0"/>
              <a:t>                 © 2025 Mon Site</a:t>
            </a:r>
          </a:p>
          <a:p>
            <a:pPr marL="0" indent="0">
              <a:buNone/>
            </a:pPr>
            <a:r>
              <a:rPr lang="fr-FR" dirty="0"/>
              <a:t>            &lt;/div&gt;</a:t>
            </a:r>
          </a:p>
          <a:p>
            <a:pPr marL="0" indent="0">
              <a:buNone/>
            </a:pPr>
            <a:r>
              <a:rPr lang="fr-FR" dirty="0"/>
              <a:t>        &lt;/div&gt;</a:t>
            </a:r>
          </a:p>
          <a:p>
            <a:pPr marL="0" indent="0">
              <a:buNone/>
            </a:pPr>
            <a:r>
              <a:rPr lang="fr-FR" dirty="0"/>
              <a:t>   &lt;/</a:t>
            </a:r>
            <a:r>
              <a:rPr lang="fr-FR" dirty="0" err="1"/>
              <a:t>footer</a:t>
            </a:r>
            <a:r>
              <a:rPr lang="fr-FR" dirty="0"/>
              <a:t>&gt;</a:t>
            </a:r>
          </a:p>
          <a:p>
            <a:pPr marL="0" indent="0">
              <a:buNone/>
            </a:pPr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37012930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66</TotalTime>
  <Words>851</Words>
  <Application>Microsoft Office PowerPoint</Application>
  <PresentationFormat>Grand écran</PresentationFormat>
  <Paragraphs>101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Gill Sans MT</vt:lpstr>
      <vt:lpstr>Impact</vt:lpstr>
      <vt:lpstr>Badge</vt:lpstr>
      <vt:lpstr>Materialize (framework) </vt:lpstr>
      <vt:lpstr>Définition  :</vt:lpstr>
      <vt:lpstr>Utilisation globale  (à quoi ça sert)</vt:lpstr>
      <vt:lpstr>Site officiel :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fandresena misaina</dc:creator>
  <cp:lastModifiedBy>fandresena misaina</cp:lastModifiedBy>
  <cp:revision>1</cp:revision>
  <dcterms:created xsi:type="dcterms:W3CDTF">2025-11-24T18:45:11Z</dcterms:created>
  <dcterms:modified xsi:type="dcterms:W3CDTF">2025-11-26T07:40:00Z</dcterms:modified>
</cp:coreProperties>
</file>