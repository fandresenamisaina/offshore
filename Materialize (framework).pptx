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ndresena misaina" userId="4469e9f1526a7283" providerId="LiveId" clId="{6D973C92-342B-4716-B7A3-352B80A52777}"/>
    <pc:docChg chg="undo custSel addSld delSld modSld">
      <pc:chgData name="fandresena misaina" userId="4469e9f1526a7283" providerId="LiveId" clId="{6D973C92-342B-4716-B7A3-352B80A52777}" dt="2025-11-25T07:31:26.893" v="423" actId="5793"/>
      <pc:docMkLst>
        <pc:docMk/>
      </pc:docMkLst>
      <pc:sldChg chg="modSp mod">
        <pc:chgData name="fandresena misaina" userId="4469e9f1526a7283" providerId="LiveId" clId="{6D973C92-342B-4716-B7A3-352B80A52777}" dt="2025-11-24T18:49:16.091" v="5" actId="120"/>
        <pc:sldMkLst>
          <pc:docMk/>
          <pc:sldMk cId="3205481205" sldId="256"/>
        </pc:sldMkLst>
        <pc:spChg chg="mod">
          <ac:chgData name="fandresena misaina" userId="4469e9f1526a7283" providerId="LiveId" clId="{6D973C92-342B-4716-B7A3-352B80A52777}" dt="2025-11-24T18:49:16.091" v="5" actId="120"/>
          <ac:spMkLst>
            <pc:docMk/>
            <pc:sldMk cId="3205481205" sldId="256"/>
            <ac:spMk id="3" creationId="{351E165F-7CDC-6692-955A-ADF7D3B5D76E}"/>
          </ac:spMkLst>
        </pc:spChg>
      </pc:sldChg>
      <pc:sldChg chg="modSp new mod">
        <pc:chgData name="fandresena misaina" userId="4469e9f1526a7283" providerId="LiveId" clId="{6D973C92-342B-4716-B7A3-352B80A52777}" dt="2025-11-24T18:51:25.714" v="51" actId="403"/>
        <pc:sldMkLst>
          <pc:docMk/>
          <pc:sldMk cId="1150588051" sldId="257"/>
        </pc:sldMkLst>
        <pc:spChg chg="mod">
          <ac:chgData name="fandresena misaina" userId="4469e9f1526a7283" providerId="LiveId" clId="{6D973C92-342B-4716-B7A3-352B80A52777}" dt="2025-11-24T18:50:00.428" v="38" actId="404"/>
          <ac:spMkLst>
            <pc:docMk/>
            <pc:sldMk cId="1150588051" sldId="257"/>
            <ac:spMk id="2" creationId="{239C9A27-0B67-ED93-7D9A-9991733AB958}"/>
          </ac:spMkLst>
        </pc:spChg>
        <pc:spChg chg="mod">
          <ac:chgData name="fandresena misaina" userId="4469e9f1526a7283" providerId="LiveId" clId="{6D973C92-342B-4716-B7A3-352B80A52777}" dt="2025-11-24T18:51:25.714" v="51" actId="403"/>
          <ac:spMkLst>
            <pc:docMk/>
            <pc:sldMk cId="1150588051" sldId="257"/>
            <ac:spMk id="3" creationId="{B93550BA-B035-903C-778E-32D7051D9679}"/>
          </ac:spMkLst>
        </pc:spChg>
      </pc:sldChg>
      <pc:sldChg chg="modSp new mod">
        <pc:chgData name="fandresena misaina" userId="4469e9f1526a7283" providerId="LiveId" clId="{6D973C92-342B-4716-B7A3-352B80A52777}" dt="2025-11-24T18:53:01.350" v="87" actId="27636"/>
        <pc:sldMkLst>
          <pc:docMk/>
          <pc:sldMk cId="2801642791" sldId="258"/>
        </pc:sldMkLst>
        <pc:spChg chg="mod">
          <ac:chgData name="fandresena misaina" userId="4469e9f1526a7283" providerId="LiveId" clId="{6D973C92-342B-4716-B7A3-352B80A52777}" dt="2025-11-24T18:52:28.790" v="66" actId="207"/>
          <ac:spMkLst>
            <pc:docMk/>
            <pc:sldMk cId="2801642791" sldId="258"/>
            <ac:spMk id="2" creationId="{FEB2FE56-FB5D-F353-FBF2-8EFD30A3ABC7}"/>
          </ac:spMkLst>
        </pc:spChg>
        <pc:spChg chg="mod">
          <ac:chgData name="fandresena misaina" userId="4469e9f1526a7283" providerId="LiveId" clId="{6D973C92-342B-4716-B7A3-352B80A52777}" dt="2025-11-24T18:53:01.350" v="87" actId="27636"/>
          <ac:spMkLst>
            <pc:docMk/>
            <pc:sldMk cId="2801642791" sldId="258"/>
            <ac:spMk id="3" creationId="{7D5174B3-EE9E-9C61-233D-A6AFDC86BCB8}"/>
          </ac:spMkLst>
        </pc:spChg>
      </pc:sldChg>
      <pc:sldChg chg="modSp new mod">
        <pc:chgData name="fandresena misaina" userId="4469e9f1526a7283" providerId="LiveId" clId="{6D973C92-342B-4716-B7A3-352B80A52777}" dt="2025-11-24T19:06:31.511" v="390" actId="113"/>
        <pc:sldMkLst>
          <pc:docMk/>
          <pc:sldMk cId="1233020533" sldId="259"/>
        </pc:sldMkLst>
        <pc:spChg chg="mod">
          <ac:chgData name="fandresena misaina" userId="4469e9f1526a7283" providerId="LiveId" clId="{6D973C92-342B-4716-B7A3-352B80A52777}" dt="2025-11-24T19:06:19.737" v="389" actId="20577"/>
          <ac:spMkLst>
            <pc:docMk/>
            <pc:sldMk cId="1233020533" sldId="259"/>
            <ac:spMk id="2" creationId="{C3A08370-7080-83FC-A442-B2150D4DDCA7}"/>
          </ac:spMkLst>
        </pc:spChg>
        <pc:spChg chg="mod">
          <ac:chgData name="fandresena misaina" userId="4469e9f1526a7283" providerId="LiveId" clId="{6D973C92-342B-4716-B7A3-352B80A52777}" dt="2025-11-24T19:06:31.511" v="390" actId="113"/>
          <ac:spMkLst>
            <pc:docMk/>
            <pc:sldMk cId="1233020533" sldId="259"/>
            <ac:spMk id="3" creationId="{48682649-4DEE-2BF8-D0B1-5189F34360E0}"/>
          </ac:spMkLst>
        </pc:spChg>
      </pc:sldChg>
      <pc:sldChg chg="delSp modSp new mod">
        <pc:chgData name="fandresena misaina" userId="4469e9f1526a7283" providerId="LiveId" clId="{6D973C92-342B-4716-B7A3-352B80A52777}" dt="2025-11-24T19:05:27.256" v="381" actId="115"/>
        <pc:sldMkLst>
          <pc:docMk/>
          <pc:sldMk cId="1231395144" sldId="260"/>
        </pc:sldMkLst>
        <pc:spChg chg="del">
          <ac:chgData name="fandresena misaina" userId="4469e9f1526a7283" providerId="LiveId" clId="{6D973C92-342B-4716-B7A3-352B80A52777}" dt="2025-11-24T18:57:46.786" v="172" actId="478"/>
          <ac:spMkLst>
            <pc:docMk/>
            <pc:sldMk cId="1231395144" sldId="260"/>
            <ac:spMk id="2" creationId="{AEB7A579-25F2-DB7C-BE17-169B003E5EE9}"/>
          </ac:spMkLst>
        </pc:spChg>
        <pc:spChg chg="mod">
          <ac:chgData name="fandresena misaina" userId="4469e9f1526a7283" providerId="LiveId" clId="{6D973C92-342B-4716-B7A3-352B80A52777}" dt="2025-11-24T19:05:27.256" v="381" actId="115"/>
          <ac:spMkLst>
            <pc:docMk/>
            <pc:sldMk cId="1231395144" sldId="260"/>
            <ac:spMk id="3" creationId="{2C5C07CC-24DF-3C65-F2D5-542F99B8F9EE}"/>
          </ac:spMkLst>
        </pc:spChg>
      </pc:sldChg>
      <pc:sldChg chg="delSp modSp new mod">
        <pc:chgData name="fandresena misaina" userId="4469e9f1526a7283" providerId="LiveId" clId="{6D973C92-342B-4716-B7A3-352B80A52777}" dt="2025-11-24T19:06:02.664" v="387" actId="20577"/>
        <pc:sldMkLst>
          <pc:docMk/>
          <pc:sldMk cId="402071751" sldId="261"/>
        </pc:sldMkLst>
        <pc:spChg chg="del">
          <ac:chgData name="fandresena misaina" userId="4469e9f1526a7283" providerId="LiveId" clId="{6D973C92-342B-4716-B7A3-352B80A52777}" dt="2025-11-24T18:59:24.296" v="197" actId="478"/>
          <ac:spMkLst>
            <pc:docMk/>
            <pc:sldMk cId="402071751" sldId="261"/>
            <ac:spMk id="2" creationId="{2BB48C1C-E591-E53D-B18E-A581816BC24F}"/>
          </ac:spMkLst>
        </pc:spChg>
        <pc:spChg chg="mod">
          <ac:chgData name="fandresena misaina" userId="4469e9f1526a7283" providerId="LiveId" clId="{6D973C92-342B-4716-B7A3-352B80A52777}" dt="2025-11-24T19:06:02.664" v="387" actId="20577"/>
          <ac:spMkLst>
            <pc:docMk/>
            <pc:sldMk cId="402071751" sldId="261"/>
            <ac:spMk id="3" creationId="{E891AB64-E4E5-FEBF-79F0-2FCB88940022}"/>
          </ac:spMkLst>
        </pc:spChg>
      </pc:sldChg>
      <pc:sldChg chg="addSp delSp modSp new mod">
        <pc:chgData name="fandresena misaina" userId="4469e9f1526a7283" providerId="LiveId" clId="{6D973C92-342B-4716-B7A3-352B80A52777}" dt="2025-11-24T19:07:03.726" v="399" actId="20577"/>
        <pc:sldMkLst>
          <pc:docMk/>
          <pc:sldMk cId="605218699" sldId="262"/>
        </pc:sldMkLst>
        <pc:spChg chg="del">
          <ac:chgData name="fandresena misaina" userId="4469e9f1526a7283" providerId="LiveId" clId="{6D973C92-342B-4716-B7A3-352B80A52777}" dt="2025-11-24T19:00:39.814" v="226" actId="478"/>
          <ac:spMkLst>
            <pc:docMk/>
            <pc:sldMk cId="605218699" sldId="262"/>
            <ac:spMk id="2" creationId="{8745B438-AD1F-7261-F761-71016AC125DF}"/>
          </ac:spMkLst>
        </pc:spChg>
        <pc:spChg chg="mod">
          <ac:chgData name="fandresena misaina" userId="4469e9f1526a7283" providerId="LiveId" clId="{6D973C92-342B-4716-B7A3-352B80A52777}" dt="2025-11-24T19:07:03.726" v="399" actId="20577"/>
          <ac:spMkLst>
            <pc:docMk/>
            <pc:sldMk cId="605218699" sldId="262"/>
            <ac:spMk id="3" creationId="{F43C2E7E-109F-286E-AA89-928E72FD28F3}"/>
          </ac:spMkLst>
        </pc:spChg>
        <pc:spChg chg="add del mod">
          <ac:chgData name="fandresena misaina" userId="4469e9f1526a7283" providerId="LiveId" clId="{6D973C92-342B-4716-B7A3-352B80A52777}" dt="2025-11-24T19:02:42.722" v="296" actId="22"/>
          <ac:spMkLst>
            <pc:docMk/>
            <pc:sldMk cId="605218699" sldId="262"/>
            <ac:spMk id="5" creationId="{EB2305A0-AD3C-5A24-EA51-65B184AB23AB}"/>
          </ac:spMkLst>
        </pc:spChg>
      </pc:sldChg>
      <pc:sldChg chg="delSp modSp new mod">
        <pc:chgData name="fandresena misaina" userId="4469e9f1526a7283" providerId="LiveId" clId="{6D973C92-342B-4716-B7A3-352B80A52777}" dt="2025-11-24T19:07:28.153" v="403" actId="113"/>
        <pc:sldMkLst>
          <pc:docMk/>
          <pc:sldMk cId="3920725116" sldId="263"/>
        </pc:sldMkLst>
        <pc:spChg chg="del">
          <ac:chgData name="fandresena misaina" userId="4469e9f1526a7283" providerId="LiveId" clId="{6D973C92-342B-4716-B7A3-352B80A52777}" dt="2025-11-24T19:04:03.599" v="345" actId="478"/>
          <ac:spMkLst>
            <pc:docMk/>
            <pc:sldMk cId="3920725116" sldId="263"/>
            <ac:spMk id="2" creationId="{465491FF-951C-E852-2E47-59B7828272E0}"/>
          </ac:spMkLst>
        </pc:spChg>
        <pc:spChg chg="mod">
          <ac:chgData name="fandresena misaina" userId="4469e9f1526a7283" providerId="LiveId" clId="{6D973C92-342B-4716-B7A3-352B80A52777}" dt="2025-11-24T19:07:28.153" v="403" actId="113"/>
          <ac:spMkLst>
            <pc:docMk/>
            <pc:sldMk cId="3920725116" sldId="263"/>
            <ac:spMk id="3" creationId="{4EF6873D-6182-714E-AD30-01D369BDD43D}"/>
          </ac:spMkLst>
        </pc:spChg>
      </pc:sldChg>
      <pc:sldChg chg="delSp modSp new mod">
        <pc:chgData name="fandresena misaina" userId="4469e9f1526a7283" providerId="LiveId" clId="{6D973C92-342B-4716-B7A3-352B80A52777}" dt="2025-11-25T07:31:26.893" v="423" actId="5793"/>
        <pc:sldMkLst>
          <pc:docMk/>
          <pc:sldMk cId="370129303" sldId="264"/>
        </pc:sldMkLst>
        <pc:spChg chg="del">
          <ac:chgData name="fandresena misaina" userId="4469e9f1526a7283" providerId="LiveId" clId="{6D973C92-342B-4716-B7A3-352B80A52777}" dt="2025-11-25T07:31:09.201" v="418" actId="478"/>
          <ac:spMkLst>
            <pc:docMk/>
            <pc:sldMk cId="370129303" sldId="264"/>
            <ac:spMk id="2" creationId="{925A2199-BEED-54B1-9F5B-7C502A89C180}"/>
          </ac:spMkLst>
        </pc:spChg>
        <pc:spChg chg="mod">
          <ac:chgData name="fandresena misaina" userId="4469e9f1526a7283" providerId="LiveId" clId="{6D973C92-342B-4716-B7A3-352B80A52777}" dt="2025-11-25T07:31:26.893" v="423" actId="5793"/>
          <ac:spMkLst>
            <pc:docMk/>
            <pc:sldMk cId="370129303" sldId="264"/>
            <ac:spMk id="3" creationId="{AEA67865-3F91-EE15-809E-E56423DE357F}"/>
          </ac:spMkLst>
        </pc:spChg>
      </pc:sldChg>
      <pc:sldChg chg="addSp delSp modSp new del mod">
        <pc:chgData name="fandresena misaina" userId="4469e9f1526a7283" providerId="LiveId" clId="{6D973C92-342B-4716-B7A3-352B80A52777}" dt="2025-11-25T07:30:59.547" v="416" actId="680"/>
        <pc:sldMkLst>
          <pc:docMk/>
          <pc:sldMk cId="610503727" sldId="264"/>
        </pc:sldMkLst>
        <pc:spChg chg="add del">
          <ac:chgData name="fandresena misaina" userId="4469e9f1526a7283" providerId="LiveId" clId="{6D973C92-342B-4716-B7A3-352B80A52777}" dt="2025-11-25T07:30:51.966" v="415" actId="478"/>
          <ac:spMkLst>
            <pc:docMk/>
            <pc:sldMk cId="610503727" sldId="264"/>
            <ac:spMk id="2" creationId="{D7577C57-8996-D768-7163-CC8CB7C996AE}"/>
          </ac:spMkLst>
        </pc:spChg>
        <pc:spChg chg="mod">
          <ac:chgData name="fandresena misaina" userId="4469e9f1526a7283" providerId="LiveId" clId="{6D973C92-342B-4716-B7A3-352B80A52777}" dt="2025-11-25T07:30:51.337" v="414" actId="14100"/>
          <ac:spMkLst>
            <pc:docMk/>
            <pc:sldMk cId="610503727" sldId="264"/>
            <ac:spMk id="3" creationId="{25D237E8-08E3-F339-B748-1A845D15B95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‹N°›</a:t>
            </a:fld>
            <a:endParaRPr lang="en-US" dirty="0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9334D819-9F07-4261-B09B-9E467E5D9002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71766878-3199-4EAB-94E7-2D6D11070E14}" type="slidenum">
              <a:rPr lang="en-US" dirty="0"/>
              <a:t>‹N°›</a:t>
            </a:fld>
            <a:endParaRPr lang="en-US" dirty="0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9334D819-9F07-4261-B09B-9E467E5D9002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71766878-3199-4EAB-94E7-2D6D11070E14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11/25/2025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61DB69-008C-5DFA-263F-26289A1252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MG" dirty="0" err="1">
                <a:solidFill>
                  <a:srgbClr val="FF0000"/>
                </a:solidFill>
              </a:rPr>
              <a:t>Materialize</a:t>
            </a:r>
            <a:r>
              <a:rPr lang="fr-MG" dirty="0">
                <a:solidFill>
                  <a:srgbClr val="FF0000"/>
                </a:solidFill>
              </a:rPr>
              <a:t> </a:t>
            </a:r>
            <a:r>
              <a:rPr lang="fr-MG" dirty="0">
                <a:solidFill>
                  <a:schemeClr val="tx1"/>
                </a:solidFill>
              </a:rPr>
              <a:t>(</a:t>
            </a:r>
            <a:r>
              <a:rPr lang="fr-MG" dirty="0" err="1">
                <a:solidFill>
                  <a:schemeClr val="tx1"/>
                </a:solidFill>
              </a:rPr>
              <a:t>framework</a:t>
            </a:r>
            <a:r>
              <a:rPr lang="fr-MG" dirty="0">
                <a:solidFill>
                  <a:schemeClr val="tx1"/>
                </a:solidFill>
              </a:rPr>
              <a:t>)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51E165F-7CDC-6692-955A-ADF7D3B5D7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55000" lnSpcReduction="20000"/>
          </a:bodyPr>
          <a:lstStyle/>
          <a:p>
            <a:pPr algn="l"/>
            <a:r>
              <a:rPr lang="fr-FR" dirty="0"/>
              <a:t>• Framework CSS basé sur </a:t>
            </a:r>
            <a:r>
              <a:rPr lang="fr-FR" dirty="0" err="1"/>
              <a:t>Material</a:t>
            </a:r>
            <a:r>
              <a:rPr lang="fr-FR" dirty="0"/>
              <a:t> Design</a:t>
            </a:r>
          </a:p>
          <a:p>
            <a:pPr algn="l"/>
            <a:r>
              <a:rPr lang="fr-FR" dirty="0"/>
              <a:t>• Permet de créer des interfaces modernes et responsives</a:t>
            </a:r>
          </a:p>
          <a:p>
            <a:pPr algn="l"/>
            <a:r>
              <a:rPr lang="fr-FR" dirty="0"/>
              <a:t>• Facile à utiliser même pour débutant</a:t>
            </a:r>
          </a:p>
          <a:p>
            <a:pPr algn="l"/>
            <a:endParaRPr lang="fr-MG" dirty="0"/>
          </a:p>
        </p:txBody>
      </p:sp>
    </p:spTree>
    <p:extLst>
      <p:ext uri="{BB962C8B-B14F-4D97-AF65-F5344CB8AC3E}">
        <p14:creationId xmlns:p14="http://schemas.microsoft.com/office/powerpoint/2010/main" val="3205481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9C9A27-0B67-ED93-7D9A-9991733AB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fr-FR" sz="8800" u="sng" dirty="0">
                <a:solidFill>
                  <a:srgbClr val="FF0000"/>
                </a:solidFill>
              </a:rPr>
              <a:t>Définition  :</a:t>
            </a:r>
            <a:endParaRPr lang="fr-MG" sz="8800" u="sng" dirty="0">
              <a:solidFill>
                <a:srgbClr val="FF0000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93550BA-B035-903C-778E-32D7051D96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MG" sz="3600" dirty="0" err="1"/>
              <a:t>Materialize</a:t>
            </a:r>
            <a:r>
              <a:rPr lang="fr-MG" sz="3600" dirty="0"/>
              <a:t> est un </a:t>
            </a:r>
            <a:r>
              <a:rPr lang="fr-MG" sz="3600" dirty="0" err="1"/>
              <a:t>framework</a:t>
            </a:r>
            <a:r>
              <a:rPr lang="fr-MG" sz="3600" dirty="0"/>
              <a:t> </a:t>
            </a:r>
            <a:r>
              <a:rPr lang="fr-MG" sz="3600" dirty="0" err="1"/>
              <a:t>front-end</a:t>
            </a:r>
            <a:r>
              <a:rPr lang="fr-MG" sz="3600" dirty="0"/>
              <a:t> CSS/JavaScript. </a:t>
            </a:r>
          </a:p>
          <a:p>
            <a:r>
              <a:rPr lang="fr-MG" sz="3600" dirty="0"/>
              <a:t>Il est inspiré des principes de </a:t>
            </a:r>
            <a:r>
              <a:rPr lang="fr-MG" sz="3600" dirty="0" err="1"/>
              <a:t>Material</a:t>
            </a:r>
            <a:r>
              <a:rPr lang="fr-MG" sz="3600" dirty="0"/>
              <a:t> Design, le langage de design de Google. </a:t>
            </a:r>
          </a:p>
          <a:p>
            <a:r>
              <a:rPr lang="fr-MG" sz="3600" dirty="0"/>
              <a:t>Il est open-source (licence MIT). </a:t>
            </a:r>
          </a:p>
        </p:txBody>
      </p:sp>
    </p:spTree>
    <p:extLst>
      <p:ext uri="{BB962C8B-B14F-4D97-AF65-F5344CB8AC3E}">
        <p14:creationId xmlns:p14="http://schemas.microsoft.com/office/powerpoint/2010/main" val="1150588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B2FE56-FB5D-F353-FBF2-8EFD30A3A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MG" dirty="0">
                <a:solidFill>
                  <a:srgbClr val="FF0000"/>
                </a:solidFill>
              </a:rPr>
              <a:t>Utilisation globale </a:t>
            </a:r>
            <a:br>
              <a:rPr lang="fr-FR" dirty="0"/>
            </a:br>
            <a:r>
              <a:rPr lang="fr-MG" dirty="0"/>
              <a:t>(à quoi ça sert)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D5174B3-EE9E-9C61-233D-A6AFDC86BC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MG" dirty="0"/>
              <a:t>Permet de construire des interfaces web responsives (adaptées aux mobiles, tablettes, ordinateurs). </a:t>
            </a:r>
          </a:p>
          <a:p>
            <a:r>
              <a:rPr lang="fr-MG" dirty="0"/>
              <a:t>Offre de nombreux composants prêts à l’emploi : grilles, boutons, cartes, formulaires, </a:t>
            </a:r>
            <a:r>
              <a:rPr lang="fr-MG" dirty="0" err="1"/>
              <a:t>modals</a:t>
            </a:r>
            <a:r>
              <a:rPr lang="fr-MG" dirty="0"/>
              <a:t>, etc. </a:t>
            </a:r>
          </a:p>
          <a:p>
            <a:r>
              <a:rPr lang="fr-MG" dirty="0"/>
              <a:t>Comprend des plugins JavaScript pour des interactions (</a:t>
            </a:r>
            <a:r>
              <a:rPr lang="fr-MG" dirty="0" err="1"/>
              <a:t>sliders</a:t>
            </a:r>
            <a:r>
              <a:rPr lang="fr-MG" dirty="0"/>
              <a:t>, </a:t>
            </a:r>
            <a:r>
              <a:rPr lang="fr-MG" dirty="0" err="1"/>
              <a:t>modals</a:t>
            </a:r>
            <a:r>
              <a:rPr lang="fr-MG" dirty="0"/>
              <a:t>, etc.). </a:t>
            </a:r>
          </a:p>
          <a:p>
            <a:r>
              <a:rPr lang="fr-MG" dirty="0"/>
              <a:t>Peut être utilisé avec du </a:t>
            </a:r>
            <a:r>
              <a:rPr lang="fr-MG" dirty="0" err="1"/>
              <a:t>Sass</a:t>
            </a:r>
            <a:r>
              <a:rPr lang="fr-MG" dirty="0"/>
              <a:t> : il existe une version source SCSS pour personnaliser les composants. </a:t>
            </a:r>
          </a:p>
          <a:p>
            <a:r>
              <a:rPr lang="fr-MG" dirty="0"/>
              <a:t>Facile à intégrer : via CDN, téléchargement, </a:t>
            </a:r>
            <a:r>
              <a:rPr lang="fr-MG" dirty="0" err="1"/>
              <a:t>npm</a:t>
            </a:r>
            <a:r>
              <a:rPr lang="fr-MG" dirty="0"/>
              <a:t>, etc. </a:t>
            </a:r>
          </a:p>
          <a:p>
            <a:r>
              <a:rPr lang="fr-MG" dirty="0"/>
              <a:t>Priorise la performance : beaucoup de composants fonctionnent même sans JavaScript (ou peu de dépendances). </a:t>
            </a:r>
          </a:p>
          <a:p>
            <a:endParaRPr lang="fr-MG" dirty="0"/>
          </a:p>
        </p:txBody>
      </p:sp>
    </p:spTree>
    <p:extLst>
      <p:ext uri="{BB962C8B-B14F-4D97-AF65-F5344CB8AC3E}">
        <p14:creationId xmlns:p14="http://schemas.microsoft.com/office/powerpoint/2010/main" val="2801642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A08370-7080-83FC-A442-B2150D4DD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MG" sz="8800" u="sng" dirty="0">
                <a:solidFill>
                  <a:srgbClr val="FF0000"/>
                </a:solidFill>
              </a:rPr>
              <a:t>Site officiel</a:t>
            </a:r>
            <a:r>
              <a:rPr lang="fr-FR" sz="8800" u="sng" dirty="0">
                <a:solidFill>
                  <a:srgbClr val="FF0000"/>
                </a:solidFill>
              </a:rPr>
              <a:t> :</a:t>
            </a:r>
            <a:endParaRPr lang="fr-MG" sz="8800" u="sng" dirty="0">
              <a:solidFill>
                <a:srgbClr val="FF0000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8682649-4DEE-2BF8-D0B1-5189F34360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MG" dirty="0"/>
              <a:t>Le site officiel de </a:t>
            </a:r>
            <a:r>
              <a:rPr lang="fr-MG" dirty="0" err="1"/>
              <a:t>Materialize</a:t>
            </a:r>
            <a:r>
              <a:rPr lang="fr-MG" dirty="0"/>
              <a:t> est : materializecss.com </a:t>
            </a:r>
          </a:p>
          <a:p>
            <a:r>
              <a:rPr lang="fr-MG" dirty="0"/>
              <a:t>La documentation (guide de démarrage) se trouve ici : </a:t>
            </a:r>
            <a:r>
              <a:rPr lang="fr-MG" dirty="0" err="1"/>
              <a:t>Getting</a:t>
            </a:r>
            <a:r>
              <a:rPr lang="fr-MG" dirty="0"/>
              <a:t> </a:t>
            </a:r>
            <a:r>
              <a:rPr lang="fr-MG" dirty="0" err="1"/>
              <a:t>Started</a:t>
            </a:r>
            <a:r>
              <a:rPr lang="fr-MG" dirty="0"/>
              <a:t> sur le site officiel. </a:t>
            </a:r>
          </a:p>
          <a:p>
            <a:pPr marL="0" indent="0">
              <a:buNone/>
            </a:pPr>
            <a:r>
              <a:rPr lang="fr-MG" dirty="0"/>
              <a:t>utiliser </a:t>
            </a:r>
            <a:r>
              <a:rPr lang="fr-MG" dirty="0" err="1"/>
              <a:t>Materialize</a:t>
            </a:r>
            <a:r>
              <a:rPr lang="fr-MG" dirty="0"/>
              <a:t> étape par étape, simplement 👇</a:t>
            </a:r>
          </a:p>
          <a:p>
            <a:r>
              <a:rPr lang="fr-MG" dirty="0"/>
              <a:t>✅ 1. Ajouter </a:t>
            </a:r>
            <a:r>
              <a:rPr lang="fr-MG" dirty="0" err="1"/>
              <a:t>Materialize</a:t>
            </a:r>
            <a:r>
              <a:rPr lang="fr-MG" dirty="0"/>
              <a:t> à ton projet </a:t>
            </a:r>
          </a:p>
          <a:p>
            <a:r>
              <a:rPr lang="fr-MG" b="1" dirty="0"/>
              <a:t>Tu as 3 méthodes </a:t>
            </a:r>
            <a:r>
              <a:rPr lang="fr-MG" dirty="0"/>
              <a:t>:</a:t>
            </a:r>
          </a:p>
          <a:p>
            <a:pPr marL="0" indent="0">
              <a:buNone/>
            </a:pPr>
            <a:r>
              <a:rPr lang="fr-MG" dirty="0"/>
              <a:t>🔹 Méthode 1 : via CDN (la plus simple)</a:t>
            </a:r>
          </a:p>
          <a:p>
            <a:pPr marL="0" indent="0">
              <a:buNone/>
            </a:pPr>
            <a:r>
              <a:rPr lang="fr-MG" dirty="0"/>
              <a:t>🔹 Structure de base </a:t>
            </a:r>
            <a:r>
              <a:rPr lang="fr-MG" dirty="0" err="1"/>
              <a:t>Materialize</a:t>
            </a:r>
            <a:endParaRPr lang="fr-FR" dirty="0"/>
          </a:p>
          <a:p>
            <a:pPr marL="0" indent="0">
              <a:buNone/>
            </a:pPr>
            <a:r>
              <a:rPr lang="fr-MG" dirty="0"/>
              <a:t>🔹 Utiliser les composants</a:t>
            </a:r>
          </a:p>
          <a:p>
            <a:pPr marL="0" indent="0">
              <a:buNone/>
            </a:pPr>
            <a:endParaRPr lang="fr-MG" dirty="0"/>
          </a:p>
        </p:txBody>
      </p:sp>
    </p:spTree>
    <p:extLst>
      <p:ext uri="{BB962C8B-B14F-4D97-AF65-F5344CB8AC3E}">
        <p14:creationId xmlns:p14="http://schemas.microsoft.com/office/powerpoint/2010/main" val="1233020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C5C07CC-24DF-3C65-F2D5-542F99B8F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5485" y="0"/>
            <a:ext cx="10680569" cy="6858000"/>
          </a:xfrm>
        </p:spPr>
        <p:txBody>
          <a:bodyPr>
            <a:normAutofit lnSpcReduction="10000"/>
          </a:bodyPr>
          <a:lstStyle/>
          <a:p>
            <a:r>
              <a:rPr lang="fr-MG" sz="2800" dirty="0">
                <a:solidFill>
                  <a:srgbClr val="FF0000"/>
                </a:solidFill>
              </a:rPr>
              <a:t>🔹 </a:t>
            </a:r>
            <a:r>
              <a:rPr lang="fr-MG" sz="2800" u="sng" dirty="0">
                <a:solidFill>
                  <a:srgbClr val="FF0000"/>
                </a:solidFill>
              </a:rPr>
              <a:t>Méthode 1 : via CDN (la plus simple)</a:t>
            </a:r>
          </a:p>
          <a:p>
            <a:r>
              <a:rPr lang="fr-MG" sz="2800" dirty="0"/>
              <a:t>Dans ton fichier index.html, mets ceci dans le &lt;</a:t>
            </a:r>
            <a:r>
              <a:rPr lang="fr-MG" sz="2800" dirty="0" err="1"/>
              <a:t>head</a:t>
            </a:r>
            <a:r>
              <a:rPr lang="fr-MG" sz="2800" dirty="0"/>
              <a:t>&gt; :</a:t>
            </a:r>
          </a:p>
          <a:p>
            <a:r>
              <a:rPr lang="fr-MG" sz="2800" dirty="0"/>
              <a:t>&lt;!-- </a:t>
            </a:r>
            <a:r>
              <a:rPr lang="fr-MG" sz="2800" dirty="0" err="1"/>
              <a:t>Materialize</a:t>
            </a:r>
            <a:r>
              <a:rPr lang="fr-MG" sz="2800" dirty="0"/>
              <a:t> CSS --&gt;</a:t>
            </a:r>
          </a:p>
          <a:p>
            <a:r>
              <a:rPr lang="fr-MG" sz="2800" dirty="0"/>
              <a:t>&lt;</a:t>
            </a:r>
            <a:r>
              <a:rPr lang="fr-MG" sz="2800" dirty="0" err="1"/>
              <a:t>link</a:t>
            </a:r>
            <a:r>
              <a:rPr lang="fr-MG" sz="2800" dirty="0"/>
              <a:t> rel="</a:t>
            </a:r>
            <a:r>
              <a:rPr lang="fr-MG" sz="2800" dirty="0" err="1"/>
              <a:t>stylesheet</a:t>
            </a:r>
            <a:r>
              <a:rPr lang="fr-MG" sz="2800" dirty="0"/>
              <a:t>" href="https://cdnjs.cloudflare.com/ajax/</a:t>
            </a:r>
            <a:r>
              <a:rPr lang="fr-MG" sz="2800" dirty="0" err="1"/>
              <a:t>libs</a:t>
            </a:r>
            <a:r>
              <a:rPr lang="fr-MG" sz="2800" dirty="0"/>
              <a:t>/</a:t>
            </a:r>
            <a:r>
              <a:rPr lang="fr-MG" sz="2800" dirty="0" err="1"/>
              <a:t>materialize</a:t>
            </a:r>
            <a:r>
              <a:rPr lang="fr-MG" sz="2800" dirty="0"/>
              <a:t>/1.0.0/</a:t>
            </a:r>
            <a:r>
              <a:rPr lang="fr-MG" sz="2800" dirty="0" err="1"/>
              <a:t>css</a:t>
            </a:r>
            <a:r>
              <a:rPr lang="fr-MG" sz="2800" dirty="0"/>
              <a:t>/materialize.min.css"&gt;</a:t>
            </a:r>
          </a:p>
          <a:p>
            <a:r>
              <a:rPr lang="fr-MG" sz="2800" dirty="0"/>
              <a:t>&lt;!-- </a:t>
            </a:r>
            <a:r>
              <a:rPr lang="fr-MG" sz="2800" dirty="0" err="1"/>
              <a:t>Materialize</a:t>
            </a:r>
            <a:r>
              <a:rPr lang="fr-MG" sz="2800" dirty="0"/>
              <a:t> </a:t>
            </a:r>
            <a:r>
              <a:rPr lang="fr-MG" sz="2800" dirty="0" err="1"/>
              <a:t>Icons</a:t>
            </a:r>
            <a:r>
              <a:rPr lang="fr-MG" sz="2800" dirty="0"/>
              <a:t> --&gt;</a:t>
            </a:r>
          </a:p>
          <a:p>
            <a:r>
              <a:rPr lang="fr-MG" sz="2800" dirty="0"/>
              <a:t>&lt;</a:t>
            </a:r>
            <a:r>
              <a:rPr lang="fr-MG" sz="2800" dirty="0" err="1"/>
              <a:t>link</a:t>
            </a:r>
            <a:r>
              <a:rPr lang="fr-MG" sz="2800" dirty="0"/>
              <a:t> href="https://fonts.googleapis.com/</a:t>
            </a:r>
            <a:r>
              <a:rPr lang="fr-MG" sz="2800" dirty="0" err="1"/>
              <a:t>icon?family</a:t>
            </a:r>
            <a:r>
              <a:rPr lang="fr-MG" sz="2800" dirty="0"/>
              <a:t>=</a:t>
            </a:r>
            <a:r>
              <a:rPr lang="fr-MG" sz="2800" dirty="0" err="1"/>
              <a:t>Material+Icons</a:t>
            </a:r>
            <a:r>
              <a:rPr lang="fr-MG" sz="2800" dirty="0"/>
              <a:t>" rel="</a:t>
            </a:r>
            <a:r>
              <a:rPr lang="fr-MG" sz="2800" dirty="0" err="1"/>
              <a:t>stylesheet</a:t>
            </a:r>
            <a:r>
              <a:rPr lang="fr-MG" sz="2800" dirty="0"/>
              <a:t>"&gt;</a:t>
            </a:r>
          </a:p>
          <a:p>
            <a:r>
              <a:rPr lang="fr-MG" sz="2800" dirty="0"/>
              <a:t>&lt;!-- </a:t>
            </a:r>
            <a:r>
              <a:rPr lang="fr-MG" sz="2800" dirty="0" err="1"/>
              <a:t>Materialize</a:t>
            </a:r>
            <a:r>
              <a:rPr lang="fr-MG" sz="2800" dirty="0"/>
              <a:t> JS --&gt;</a:t>
            </a:r>
          </a:p>
          <a:p>
            <a:r>
              <a:rPr lang="fr-MG" sz="2800" dirty="0"/>
              <a:t>&lt;script src="https://cdnjs.cloudflare.com/ajax/</a:t>
            </a:r>
            <a:r>
              <a:rPr lang="fr-MG" sz="2800" dirty="0" err="1"/>
              <a:t>libs</a:t>
            </a:r>
            <a:r>
              <a:rPr lang="fr-MG" sz="2800" dirty="0"/>
              <a:t>/</a:t>
            </a:r>
            <a:r>
              <a:rPr lang="fr-MG" sz="2800" dirty="0" err="1"/>
              <a:t>materialize</a:t>
            </a:r>
            <a:r>
              <a:rPr lang="fr-MG" sz="2800" dirty="0"/>
              <a:t>/1.0.0/</a:t>
            </a:r>
            <a:r>
              <a:rPr lang="fr-MG" sz="2800" dirty="0" err="1"/>
              <a:t>js</a:t>
            </a:r>
            <a:r>
              <a:rPr lang="fr-MG" sz="2800" dirty="0"/>
              <a:t>/materialize.min.js"&gt;&lt;/script&gt;</a:t>
            </a:r>
          </a:p>
          <a:p>
            <a:r>
              <a:rPr lang="fr-MG" sz="2800" dirty="0"/>
              <a:t>C'est tout. Tu peux déjà utiliser les classes </a:t>
            </a:r>
            <a:r>
              <a:rPr lang="fr-MG" sz="2800" dirty="0" err="1"/>
              <a:t>Materialize</a:t>
            </a:r>
            <a:r>
              <a:rPr lang="fr-MG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313951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891AB64-E4E5-FEBF-79F0-2FCB889400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0"/>
            <a:ext cx="10635522" cy="6857999"/>
          </a:xfrm>
        </p:spPr>
        <p:txBody>
          <a:bodyPr>
            <a:normAutofit lnSpcReduction="10000"/>
          </a:bodyPr>
          <a:lstStyle/>
          <a:p>
            <a:r>
              <a:rPr lang="fr-MG" dirty="0"/>
              <a:t>✅  </a:t>
            </a:r>
            <a:r>
              <a:rPr lang="fr-MG" u="sng" dirty="0">
                <a:solidFill>
                  <a:srgbClr val="FF0000"/>
                </a:solidFill>
              </a:rPr>
              <a:t>Structure de base </a:t>
            </a:r>
            <a:r>
              <a:rPr lang="fr-MG" u="sng" dirty="0" err="1">
                <a:solidFill>
                  <a:srgbClr val="FF0000"/>
                </a:solidFill>
              </a:rPr>
              <a:t>Materialize</a:t>
            </a:r>
            <a:r>
              <a:rPr lang="fr-FR" u="sng" dirty="0">
                <a:solidFill>
                  <a:srgbClr val="FF0000"/>
                </a:solidFill>
              </a:rPr>
              <a:t> :</a:t>
            </a:r>
            <a:endParaRPr lang="fr-MG" u="sng" dirty="0">
              <a:solidFill>
                <a:srgbClr val="FF0000"/>
              </a:solidFill>
            </a:endParaRPr>
          </a:p>
          <a:p>
            <a:r>
              <a:rPr lang="fr-MG" dirty="0"/>
              <a:t>Voici un HTML minimal pour commencer :</a:t>
            </a:r>
          </a:p>
          <a:p>
            <a:r>
              <a:rPr lang="fr-MG" dirty="0"/>
              <a:t>&lt;!DOCTYPE html&gt;</a:t>
            </a:r>
          </a:p>
          <a:p>
            <a:r>
              <a:rPr lang="fr-MG" dirty="0"/>
              <a:t>&lt;html&gt;</a:t>
            </a:r>
          </a:p>
          <a:p>
            <a:r>
              <a:rPr lang="fr-MG" dirty="0"/>
              <a:t>&lt;</a:t>
            </a:r>
            <a:r>
              <a:rPr lang="fr-MG" dirty="0" err="1"/>
              <a:t>head</a:t>
            </a:r>
            <a:r>
              <a:rPr lang="fr-MG" dirty="0"/>
              <a:t>&gt;</a:t>
            </a:r>
          </a:p>
          <a:p>
            <a:r>
              <a:rPr lang="fr-MG" dirty="0"/>
              <a:t>  &lt;</a:t>
            </a:r>
            <a:r>
              <a:rPr lang="fr-MG" dirty="0" err="1"/>
              <a:t>meta</a:t>
            </a:r>
            <a:r>
              <a:rPr lang="fr-MG" dirty="0"/>
              <a:t> </a:t>
            </a:r>
            <a:r>
              <a:rPr lang="fr-MG" dirty="0" err="1"/>
              <a:t>charset</a:t>
            </a:r>
            <a:r>
              <a:rPr lang="fr-MG" dirty="0"/>
              <a:t>="UTF-8"&gt;</a:t>
            </a:r>
          </a:p>
          <a:p>
            <a:r>
              <a:rPr lang="fr-MG" dirty="0"/>
              <a:t>  &lt;</a:t>
            </a:r>
            <a:r>
              <a:rPr lang="fr-MG" dirty="0" err="1"/>
              <a:t>title</a:t>
            </a:r>
            <a:r>
              <a:rPr lang="fr-MG" dirty="0"/>
              <a:t>&gt;</a:t>
            </a:r>
            <a:r>
              <a:rPr lang="fr-MG" dirty="0" err="1"/>
              <a:t>Materialize</a:t>
            </a:r>
            <a:r>
              <a:rPr lang="fr-MG" dirty="0"/>
              <a:t> Test&lt;/</a:t>
            </a:r>
            <a:r>
              <a:rPr lang="fr-MG" dirty="0" err="1"/>
              <a:t>title</a:t>
            </a:r>
            <a:r>
              <a:rPr lang="fr-MG" dirty="0"/>
              <a:t>&gt;</a:t>
            </a:r>
          </a:p>
          <a:p>
            <a:r>
              <a:rPr lang="fr-MG" dirty="0"/>
              <a:t>  &lt;</a:t>
            </a:r>
            <a:r>
              <a:rPr lang="fr-MG" dirty="0" err="1"/>
              <a:t>link</a:t>
            </a:r>
            <a:r>
              <a:rPr lang="fr-MG" dirty="0"/>
              <a:t> rel="</a:t>
            </a:r>
            <a:r>
              <a:rPr lang="fr-MG" dirty="0" err="1"/>
              <a:t>stylesheet</a:t>
            </a:r>
            <a:r>
              <a:rPr lang="fr-MG" dirty="0"/>
              <a:t>" href="https://cdnjs.cloudflare.com/ajax/</a:t>
            </a:r>
            <a:r>
              <a:rPr lang="fr-MG" dirty="0" err="1"/>
              <a:t>libs</a:t>
            </a:r>
            <a:r>
              <a:rPr lang="fr-MG" dirty="0"/>
              <a:t>/</a:t>
            </a:r>
            <a:r>
              <a:rPr lang="fr-MG" dirty="0" err="1"/>
              <a:t>materialize</a:t>
            </a:r>
            <a:r>
              <a:rPr lang="fr-MG" dirty="0"/>
              <a:t>/1.0.0/</a:t>
            </a:r>
            <a:r>
              <a:rPr lang="fr-MG" dirty="0" err="1"/>
              <a:t>css</a:t>
            </a:r>
            <a:r>
              <a:rPr lang="fr-MG" dirty="0"/>
              <a:t>/materialize.min.css"&gt;</a:t>
            </a:r>
          </a:p>
          <a:p>
            <a:r>
              <a:rPr lang="fr-MG" dirty="0"/>
              <a:t>&lt;/</a:t>
            </a:r>
            <a:r>
              <a:rPr lang="fr-MG" dirty="0" err="1"/>
              <a:t>head</a:t>
            </a:r>
            <a:r>
              <a:rPr lang="fr-MG" dirty="0"/>
              <a:t>&gt;</a:t>
            </a:r>
          </a:p>
          <a:p>
            <a:r>
              <a:rPr lang="fr-MG" dirty="0"/>
              <a:t>&lt;body&gt;</a:t>
            </a:r>
          </a:p>
          <a:p>
            <a:r>
              <a:rPr lang="fr-MG" dirty="0"/>
              <a:t>  &lt;div class="container"&gt;</a:t>
            </a:r>
          </a:p>
          <a:p>
            <a:r>
              <a:rPr lang="fr-MG" dirty="0"/>
              <a:t>    &lt;h3 class="center-</a:t>
            </a:r>
            <a:r>
              <a:rPr lang="fr-MG" dirty="0" err="1"/>
              <a:t>align</a:t>
            </a:r>
            <a:r>
              <a:rPr lang="fr-MG" dirty="0"/>
              <a:t>"&gt;Bienvenue dans </a:t>
            </a:r>
            <a:r>
              <a:rPr lang="fr-MG" dirty="0" err="1"/>
              <a:t>Materialize</a:t>
            </a:r>
            <a:r>
              <a:rPr lang="fr-MG" dirty="0"/>
              <a:t>&lt;/h3&gt;</a:t>
            </a:r>
          </a:p>
          <a:p>
            <a:r>
              <a:rPr lang="fr-MG" dirty="0"/>
              <a:t>  &lt;/div&gt;</a:t>
            </a:r>
          </a:p>
          <a:p>
            <a:r>
              <a:rPr lang="fr-MG" dirty="0"/>
              <a:t>  &lt;script src="https://cdnjs.cloudflare.com/ajax/</a:t>
            </a:r>
            <a:r>
              <a:rPr lang="fr-MG" dirty="0" err="1"/>
              <a:t>libs</a:t>
            </a:r>
            <a:r>
              <a:rPr lang="fr-MG" dirty="0"/>
              <a:t>/</a:t>
            </a:r>
            <a:r>
              <a:rPr lang="fr-MG" dirty="0" err="1"/>
              <a:t>materialize</a:t>
            </a:r>
            <a:r>
              <a:rPr lang="fr-MG" dirty="0"/>
              <a:t>/1.0.0/</a:t>
            </a:r>
            <a:r>
              <a:rPr lang="fr-MG" dirty="0" err="1"/>
              <a:t>js</a:t>
            </a:r>
            <a:r>
              <a:rPr lang="fr-MG" dirty="0"/>
              <a:t>/materialize.min.js"&gt;&lt;/script&gt;</a:t>
            </a:r>
          </a:p>
          <a:p>
            <a:r>
              <a:rPr lang="fr-MG" dirty="0"/>
              <a:t>&lt;/body&gt;</a:t>
            </a:r>
          </a:p>
          <a:p>
            <a:r>
              <a:rPr lang="fr-MG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402071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43C2E7E-109F-286E-AA89-928E72FD28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0"/>
            <a:ext cx="10635522" cy="6857999"/>
          </a:xfrm>
        </p:spPr>
        <p:txBody>
          <a:bodyPr>
            <a:normAutofit lnSpcReduction="10000"/>
          </a:bodyPr>
          <a:lstStyle/>
          <a:p>
            <a:r>
              <a:rPr lang="fr-MG" dirty="0"/>
              <a:t>✅ </a:t>
            </a:r>
            <a:r>
              <a:rPr lang="fr-MG" sz="2800" u="sng" dirty="0">
                <a:solidFill>
                  <a:srgbClr val="FF0000"/>
                </a:solidFill>
              </a:rPr>
              <a:t>Utiliser les composants</a:t>
            </a:r>
            <a:r>
              <a:rPr lang="fr-FR" sz="2800" u="sng" dirty="0">
                <a:solidFill>
                  <a:srgbClr val="FF0000"/>
                </a:solidFill>
              </a:rPr>
              <a:t> :</a:t>
            </a:r>
            <a:endParaRPr lang="fr-MG" sz="2800" u="sng" dirty="0">
              <a:solidFill>
                <a:srgbClr val="FF0000"/>
              </a:solidFill>
            </a:endParaRPr>
          </a:p>
          <a:p>
            <a:r>
              <a:rPr lang="fr-MG" sz="2800" dirty="0"/>
              <a:t>🔹 </a:t>
            </a:r>
            <a:r>
              <a:rPr lang="fr-MG" sz="2800" b="1" dirty="0"/>
              <a:t>Boutons</a:t>
            </a:r>
            <a:r>
              <a:rPr lang="fr-MG" sz="2800" dirty="0"/>
              <a:t> :</a:t>
            </a:r>
          </a:p>
          <a:p>
            <a:r>
              <a:rPr lang="fr-MG" sz="2800" dirty="0"/>
              <a:t>&lt;a class="</a:t>
            </a:r>
            <a:r>
              <a:rPr lang="fr-MG" sz="2800" dirty="0" err="1"/>
              <a:t>btn</a:t>
            </a:r>
            <a:r>
              <a:rPr lang="fr-MG" sz="2800" dirty="0"/>
              <a:t>"&gt;Clique ici&lt;/a&gt;</a:t>
            </a:r>
          </a:p>
          <a:p>
            <a:r>
              <a:rPr lang="fr-MG" sz="2800" dirty="0"/>
              <a:t>&lt;a class="</a:t>
            </a:r>
            <a:r>
              <a:rPr lang="fr-MG" sz="2800" dirty="0" err="1"/>
              <a:t>btn</a:t>
            </a:r>
            <a:r>
              <a:rPr lang="fr-MG" sz="2800" dirty="0"/>
              <a:t> </a:t>
            </a:r>
            <a:r>
              <a:rPr lang="fr-MG" sz="2800" dirty="0" err="1"/>
              <a:t>red</a:t>
            </a:r>
            <a:r>
              <a:rPr lang="fr-MG" sz="2800" dirty="0"/>
              <a:t>"&gt;Bouton rouge&lt;/a&gt; </a:t>
            </a:r>
          </a:p>
          <a:p>
            <a:r>
              <a:rPr lang="fr-MG" sz="2800" dirty="0"/>
              <a:t>🔹 </a:t>
            </a:r>
            <a:r>
              <a:rPr lang="fr-MG" sz="2800" b="1" dirty="0"/>
              <a:t>Grille responsive :</a:t>
            </a:r>
          </a:p>
          <a:p>
            <a:r>
              <a:rPr lang="fr-MG" sz="2800" dirty="0"/>
              <a:t>&lt;div class="</a:t>
            </a:r>
            <a:r>
              <a:rPr lang="fr-MG" sz="2800" dirty="0" err="1"/>
              <a:t>row</a:t>
            </a:r>
            <a:r>
              <a:rPr lang="fr-MG" sz="2800" dirty="0"/>
              <a:t>"&gt;</a:t>
            </a:r>
          </a:p>
          <a:p>
            <a:r>
              <a:rPr lang="fr-MG" sz="2800" dirty="0"/>
              <a:t>  &lt;div class="col s12 m6 l4"&gt;Colonne 1&lt;/div&gt;</a:t>
            </a:r>
          </a:p>
          <a:p>
            <a:r>
              <a:rPr lang="fr-MG" sz="2800" dirty="0"/>
              <a:t>  &lt;div class="col s12 m6 l4"&gt;Colonne 2&lt;/div&gt;</a:t>
            </a:r>
          </a:p>
          <a:p>
            <a:r>
              <a:rPr lang="fr-MG" sz="2800" dirty="0"/>
              <a:t>  &lt;div class="col s12 m6 l4"&gt;Colonne 3&lt;/div&gt;</a:t>
            </a:r>
          </a:p>
          <a:p>
            <a:r>
              <a:rPr lang="fr-MG" sz="2800" dirty="0"/>
              <a:t>&lt;/div&gt;</a:t>
            </a:r>
          </a:p>
          <a:p>
            <a:r>
              <a:rPr lang="fr-MG" sz="2800" dirty="0"/>
              <a:t>✔ s = mobile</a:t>
            </a:r>
          </a:p>
          <a:p>
            <a:r>
              <a:rPr lang="fr-MG" sz="2800" dirty="0"/>
              <a:t>✔ m = tablette</a:t>
            </a:r>
          </a:p>
          <a:p>
            <a:r>
              <a:rPr lang="fr-MG" sz="2800" dirty="0"/>
              <a:t>✔ l = desktop</a:t>
            </a:r>
          </a:p>
        </p:txBody>
      </p:sp>
    </p:spTree>
    <p:extLst>
      <p:ext uri="{BB962C8B-B14F-4D97-AF65-F5344CB8AC3E}">
        <p14:creationId xmlns:p14="http://schemas.microsoft.com/office/powerpoint/2010/main" val="6052186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EF6873D-6182-714E-AD30-01D369BDD4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0"/>
            <a:ext cx="10635522" cy="6857999"/>
          </a:xfrm>
        </p:spPr>
        <p:txBody>
          <a:bodyPr>
            <a:normAutofit/>
          </a:bodyPr>
          <a:lstStyle/>
          <a:p>
            <a:r>
              <a:rPr lang="fr-MG" dirty="0"/>
              <a:t>🔹 </a:t>
            </a:r>
            <a:r>
              <a:rPr lang="fr-MG" b="1" dirty="0"/>
              <a:t>Carte :</a:t>
            </a:r>
          </a:p>
          <a:p>
            <a:r>
              <a:rPr lang="fr-MG" dirty="0"/>
              <a:t>&lt;div class="</a:t>
            </a:r>
            <a:r>
              <a:rPr lang="fr-MG" dirty="0" err="1"/>
              <a:t>card</a:t>
            </a:r>
            <a:r>
              <a:rPr lang="fr-MG" dirty="0"/>
              <a:t>"&gt;</a:t>
            </a:r>
          </a:p>
          <a:p>
            <a:r>
              <a:rPr lang="fr-MG" dirty="0"/>
              <a:t>  &lt;div class="</a:t>
            </a:r>
            <a:r>
              <a:rPr lang="fr-MG" dirty="0" err="1"/>
              <a:t>card</a:t>
            </a:r>
            <a:r>
              <a:rPr lang="fr-MG" dirty="0"/>
              <a:t>-image"&gt;</a:t>
            </a:r>
          </a:p>
          <a:p>
            <a:r>
              <a:rPr lang="fr-MG" dirty="0"/>
              <a:t>    &lt;</a:t>
            </a:r>
            <a:r>
              <a:rPr lang="fr-MG" dirty="0" err="1"/>
              <a:t>img</a:t>
            </a:r>
            <a:r>
              <a:rPr lang="fr-MG" dirty="0"/>
              <a:t> src="image.jpg"&gt;</a:t>
            </a:r>
          </a:p>
          <a:p>
            <a:r>
              <a:rPr lang="fr-MG" dirty="0"/>
              <a:t>    &lt;</a:t>
            </a:r>
            <a:r>
              <a:rPr lang="fr-MG" dirty="0" err="1"/>
              <a:t>span</a:t>
            </a:r>
            <a:r>
              <a:rPr lang="fr-MG" dirty="0"/>
              <a:t> class="</a:t>
            </a:r>
            <a:r>
              <a:rPr lang="fr-MG" dirty="0" err="1"/>
              <a:t>card-title</a:t>
            </a:r>
            <a:r>
              <a:rPr lang="fr-MG" dirty="0"/>
              <a:t>"&gt;Titre&lt;/</a:t>
            </a:r>
            <a:r>
              <a:rPr lang="fr-MG" dirty="0" err="1"/>
              <a:t>span</a:t>
            </a:r>
            <a:r>
              <a:rPr lang="fr-MG" dirty="0"/>
              <a:t>&gt;</a:t>
            </a:r>
          </a:p>
          <a:p>
            <a:r>
              <a:rPr lang="fr-MG" dirty="0"/>
              <a:t>  &lt;/div&gt;</a:t>
            </a:r>
          </a:p>
          <a:p>
            <a:r>
              <a:rPr lang="fr-MG" dirty="0"/>
              <a:t>  &lt;div class="</a:t>
            </a:r>
            <a:r>
              <a:rPr lang="fr-MG" dirty="0" err="1"/>
              <a:t>card</a:t>
            </a:r>
            <a:r>
              <a:rPr lang="fr-MG" dirty="0"/>
              <a:t>-content"&gt;</a:t>
            </a:r>
          </a:p>
          <a:p>
            <a:r>
              <a:rPr lang="fr-MG" dirty="0"/>
              <a:t>    &lt;p&gt;Du texte dans une carte.&lt;/p&gt;</a:t>
            </a:r>
          </a:p>
          <a:p>
            <a:r>
              <a:rPr lang="fr-MG" dirty="0"/>
              <a:t>  &lt;/div&gt;</a:t>
            </a:r>
          </a:p>
          <a:p>
            <a:r>
              <a:rPr lang="fr-MG" dirty="0"/>
              <a:t>&lt;/div&gt;</a:t>
            </a:r>
          </a:p>
          <a:p>
            <a:r>
              <a:rPr lang="fr-MG" dirty="0"/>
              <a:t>🔹 </a:t>
            </a:r>
            <a:r>
              <a:rPr lang="fr-MG" b="1" dirty="0" err="1"/>
              <a:t>Navbar</a:t>
            </a:r>
            <a:r>
              <a:rPr lang="fr-MG" dirty="0"/>
              <a:t> :</a:t>
            </a:r>
          </a:p>
          <a:p>
            <a:r>
              <a:rPr lang="fr-MG" dirty="0"/>
              <a:t>&lt;</a:t>
            </a:r>
            <a:r>
              <a:rPr lang="fr-MG" dirty="0" err="1"/>
              <a:t>nav</a:t>
            </a:r>
            <a:r>
              <a:rPr lang="fr-MG" dirty="0"/>
              <a:t>&gt;</a:t>
            </a:r>
          </a:p>
          <a:p>
            <a:r>
              <a:rPr lang="fr-MG" dirty="0"/>
              <a:t>  &lt;div class="</a:t>
            </a:r>
            <a:r>
              <a:rPr lang="fr-MG" dirty="0" err="1"/>
              <a:t>nav-wrapper</a:t>
            </a:r>
            <a:r>
              <a:rPr lang="fr-MG" dirty="0"/>
              <a:t> </a:t>
            </a:r>
            <a:r>
              <a:rPr lang="fr-MG" dirty="0" err="1"/>
              <a:t>blue</a:t>
            </a:r>
            <a:r>
              <a:rPr lang="fr-MG" dirty="0"/>
              <a:t>"&gt;</a:t>
            </a:r>
          </a:p>
          <a:p>
            <a:r>
              <a:rPr lang="fr-MG" dirty="0"/>
              <a:t>    &lt;a href="#" class="brand-logo"&gt;Logo&lt;/a&gt;</a:t>
            </a:r>
          </a:p>
          <a:p>
            <a:r>
              <a:rPr lang="fr-MG" dirty="0"/>
              <a:t>  &lt;/div&gt;</a:t>
            </a:r>
          </a:p>
          <a:p>
            <a:r>
              <a:rPr lang="fr-MG" dirty="0"/>
              <a:t>&lt;/</a:t>
            </a:r>
            <a:r>
              <a:rPr lang="fr-MG" dirty="0" err="1"/>
              <a:t>nav</a:t>
            </a:r>
            <a:r>
              <a:rPr lang="fr-MG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9207251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A67865-3F91-EE15-809E-E56423DE35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7" y="0"/>
            <a:ext cx="10626095" cy="6857999"/>
          </a:xfrm>
        </p:spPr>
        <p:txBody>
          <a:bodyPr/>
          <a:lstStyle/>
          <a:p>
            <a:r>
              <a:rPr lang="fr-FR" dirty="0"/>
              <a:t>&lt;</a:t>
            </a:r>
            <a:r>
              <a:rPr lang="fr-FR" dirty="0" err="1"/>
              <a:t>footer</a:t>
            </a:r>
            <a:r>
              <a:rPr lang="fr-FR" dirty="0"/>
              <a:t> class="page-</a:t>
            </a:r>
            <a:r>
              <a:rPr lang="fr-FR" dirty="0" err="1"/>
              <a:t>footer</a:t>
            </a:r>
            <a:r>
              <a:rPr lang="fr-FR" dirty="0"/>
              <a:t> </a:t>
            </a:r>
            <a:r>
              <a:rPr lang="fr-FR" dirty="0" err="1"/>
              <a:t>brown</a:t>
            </a:r>
            <a:r>
              <a:rPr lang="fr-FR" dirty="0"/>
              <a:t>"&gt;</a:t>
            </a:r>
          </a:p>
          <a:p>
            <a:r>
              <a:rPr lang="fr-FR" dirty="0"/>
              <a:t>    &lt;div class="container"&gt;</a:t>
            </a:r>
          </a:p>
          <a:p>
            <a:r>
              <a:rPr lang="fr-FR" dirty="0"/>
              <a:t>        &lt;div class="</a:t>
            </a:r>
            <a:r>
              <a:rPr lang="fr-FR" dirty="0" err="1"/>
              <a:t>row</a:t>
            </a:r>
            <a:r>
              <a:rPr lang="fr-FR" dirty="0"/>
              <a:t>"&gt;</a:t>
            </a:r>
          </a:p>
          <a:p>
            <a:r>
              <a:rPr lang="fr-FR" dirty="0"/>
              <a:t>            &lt;div class="col s12"&gt;</a:t>
            </a:r>
          </a:p>
          <a:p>
            <a:r>
              <a:rPr lang="fr-FR" dirty="0"/>
              <a:t>                &lt;h5 class="white-</a:t>
            </a:r>
            <a:r>
              <a:rPr lang="fr-FR" dirty="0" err="1"/>
              <a:t>text</a:t>
            </a:r>
            <a:r>
              <a:rPr lang="fr-FR" dirty="0"/>
              <a:t>"&gt;Mon </a:t>
            </a:r>
            <a:r>
              <a:rPr lang="fr-FR" dirty="0" err="1"/>
              <a:t>Footer</a:t>
            </a:r>
            <a:r>
              <a:rPr lang="fr-FR" dirty="0"/>
              <a:t>&lt;/h5&gt;</a:t>
            </a:r>
          </a:p>
          <a:p>
            <a:r>
              <a:rPr lang="fr-FR" dirty="0"/>
              <a:t>                &lt;p class="</a:t>
            </a:r>
            <a:r>
              <a:rPr lang="fr-FR" dirty="0" err="1"/>
              <a:t>grey-text</a:t>
            </a:r>
            <a:r>
              <a:rPr lang="fr-FR" dirty="0"/>
              <a:t> text-lighten-4"&gt;Ceci est un </a:t>
            </a:r>
            <a:r>
              <a:rPr lang="fr-FR" dirty="0" err="1"/>
              <a:t>footer</a:t>
            </a:r>
            <a:r>
              <a:rPr lang="fr-FR" dirty="0"/>
              <a:t> en </a:t>
            </a:r>
            <a:r>
              <a:rPr lang="fr-FR" dirty="0" err="1"/>
              <a:t>Materialize</a:t>
            </a:r>
            <a:r>
              <a:rPr lang="fr-FR" dirty="0"/>
              <a:t>.&lt;/p&gt;</a:t>
            </a:r>
          </a:p>
          <a:p>
            <a:r>
              <a:rPr lang="fr-FR" dirty="0"/>
              <a:t>            &lt;/div&gt;</a:t>
            </a:r>
          </a:p>
          <a:p>
            <a:r>
              <a:rPr lang="fr-FR" dirty="0"/>
              <a:t>        &lt;/div&gt;</a:t>
            </a:r>
          </a:p>
          <a:p>
            <a:r>
              <a:rPr lang="fr-FR" dirty="0"/>
              <a:t>    &lt;/div&gt;</a:t>
            </a:r>
          </a:p>
          <a:p>
            <a:endParaRPr lang="fr-FR" dirty="0"/>
          </a:p>
          <a:p>
            <a:r>
              <a:rPr lang="fr-FR" dirty="0"/>
              <a:t>    &lt;div class="</a:t>
            </a:r>
            <a:r>
              <a:rPr lang="fr-FR" dirty="0" err="1"/>
              <a:t>footer</a:t>
            </a:r>
            <a:r>
              <a:rPr lang="fr-FR" dirty="0"/>
              <a:t>-copy­right"&gt;</a:t>
            </a:r>
          </a:p>
          <a:p>
            <a:r>
              <a:rPr lang="fr-FR" dirty="0"/>
              <a:t>        &lt;div class="container"&gt;</a:t>
            </a:r>
          </a:p>
          <a:p>
            <a:r>
              <a:rPr lang="fr-FR" dirty="0"/>
              <a:t>            © 2025 Mon Site</a:t>
            </a:r>
          </a:p>
          <a:p>
            <a:r>
              <a:rPr lang="fr-FR" dirty="0"/>
              <a:t>        &lt;/div&gt;</a:t>
            </a:r>
          </a:p>
          <a:p>
            <a:r>
              <a:rPr lang="fr-FR" dirty="0"/>
              <a:t>    &lt;/div&gt;</a:t>
            </a:r>
          </a:p>
          <a:p>
            <a:r>
              <a:rPr lang="fr-FR" dirty="0"/>
              <a:t>&lt;/</a:t>
            </a:r>
            <a:r>
              <a:rPr lang="fr-FR" dirty="0" err="1"/>
              <a:t>footer</a:t>
            </a:r>
            <a:r>
              <a:rPr lang="fr-FR" dirty="0"/>
              <a:t>&gt;</a:t>
            </a:r>
          </a:p>
          <a:p>
            <a:pPr marL="0" indent="0">
              <a:buNone/>
            </a:pPr>
            <a:endParaRPr lang="fr-MG" dirty="0"/>
          </a:p>
        </p:txBody>
      </p:sp>
    </p:spTree>
    <p:extLst>
      <p:ext uri="{BB962C8B-B14F-4D97-AF65-F5344CB8AC3E}">
        <p14:creationId xmlns:p14="http://schemas.microsoft.com/office/powerpoint/2010/main" val="370129303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TM10001106[[fn=Badge]]</Template>
  <TotalTime>23</TotalTime>
  <Words>817</Words>
  <Application>Microsoft Office PowerPoint</Application>
  <PresentationFormat>Grand écran</PresentationFormat>
  <Paragraphs>94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Arial</vt:lpstr>
      <vt:lpstr>Gill Sans MT</vt:lpstr>
      <vt:lpstr>Impact</vt:lpstr>
      <vt:lpstr>Badge</vt:lpstr>
      <vt:lpstr>Materialize (framework) </vt:lpstr>
      <vt:lpstr>Définition  :</vt:lpstr>
      <vt:lpstr>Utilisation globale  (à quoi ça sert)</vt:lpstr>
      <vt:lpstr>Site officiel :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fandresena misaina</dc:creator>
  <cp:lastModifiedBy>fandresena misaina</cp:lastModifiedBy>
  <cp:revision>1</cp:revision>
  <dcterms:created xsi:type="dcterms:W3CDTF">2025-11-24T18:45:11Z</dcterms:created>
  <dcterms:modified xsi:type="dcterms:W3CDTF">2025-11-25T07:31:36Z</dcterms:modified>
</cp:coreProperties>
</file>